
<file path=[Content_Types].xml><?xml version="1.0" encoding="utf-8"?>
<Types xmlns="http://schemas.openxmlformats.org/package/2006/content-types">
  <Default Extension="png" ContentType="image/png"/>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7" r:id="rId12"/>
    <p:sldId id="264" r:id="rId13"/>
    <p:sldId id="265" r:id="rId14"/>
    <p:sldId id="26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8104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7"/>
        <p:cNvGrpSpPr/>
        <p:nvPr/>
      </p:nvGrpSpPr>
      <p:grpSpPr>
        <a:xfrm>
          <a:off x="0" y="0"/>
          <a:ext cx="0" cy="0"/>
          <a:chOff x="0" y="0"/>
          <a:chExt cx="0" cy="0"/>
        </a:xfrm>
      </p:grpSpPr>
      <p:sp>
        <p:nvSpPr>
          <p:cNvPr id="88" name="Google Shape;88;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89" name="Google Shape;89;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9"/>
        <p:cNvGrpSpPr/>
        <p:nvPr/>
      </p:nvGrpSpPr>
      <p:grpSpPr>
        <a:xfrm>
          <a:off x="0" y="0"/>
          <a:ext cx="0" cy="0"/>
          <a:chOff x="0" y="0"/>
          <a:chExt cx="0" cy="0"/>
        </a:xfrm>
      </p:grpSpPr>
      <p:sp>
        <p:nvSpPr>
          <p:cNvPr id="100" name="Google Shape;10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01" name="Google Shape;10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8"/>
        <p:cNvGrpSpPr/>
        <p:nvPr/>
      </p:nvGrpSpPr>
      <p:grpSpPr>
        <a:xfrm>
          <a:off x="0" y="0"/>
          <a:ext cx="0" cy="0"/>
          <a:chOff x="0" y="0"/>
          <a:chExt cx="0" cy="0"/>
        </a:xfrm>
      </p:grpSpPr>
      <p:sp>
        <p:nvSpPr>
          <p:cNvPr id="109" name="Google Shape;109;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0" name="Google Shape;11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7"/>
        <p:cNvGrpSpPr/>
        <p:nvPr/>
      </p:nvGrpSpPr>
      <p:grpSpPr>
        <a:xfrm>
          <a:off x="0" y="0"/>
          <a:ext cx="0" cy="0"/>
          <a:chOff x="0" y="0"/>
          <a:chExt cx="0" cy="0"/>
        </a:xfrm>
      </p:grpSpPr>
      <p:sp>
        <p:nvSpPr>
          <p:cNvPr id="118" name="Google Shape;118;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19" name="Google Shape;119;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6"/>
        <p:cNvGrpSpPr/>
        <p:nvPr/>
      </p:nvGrpSpPr>
      <p:grpSpPr>
        <a:xfrm>
          <a:off x="0" y="0"/>
          <a:ext cx="0" cy="0"/>
          <a:chOff x="0" y="0"/>
          <a:chExt cx="0" cy="0"/>
        </a:xfrm>
      </p:grpSpPr>
      <p:sp>
        <p:nvSpPr>
          <p:cNvPr id="127" name="Google Shape;127;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28" name="Google Shape;12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35"/>
        <p:cNvGrpSpPr/>
        <p:nvPr/>
      </p:nvGrpSpPr>
      <p:grpSpPr>
        <a:xfrm>
          <a:off x="0" y="0"/>
          <a:ext cx="0" cy="0"/>
          <a:chOff x="0" y="0"/>
          <a:chExt cx="0" cy="0"/>
        </a:xfrm>
      </p:grpSpPr>
      <p:sp>
        <p:nvSpPr>
          <p:cNvPr id="136" name="Google Shape;13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37" name="Google Shape;13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
        <p:cNvGrpSpPr/>
        <p:nvPr/>
      </p:nvGrpSpPr>
      <p:grpSpPr>
        <a:xfrm>
          <a:off x="0" y="0"/>
          <a:ext cx="0" cy="0"/>
          <a:chOff x="0" y="0"/>
          <a:chExt cx="0" cy="0"/>
        </a:xfrm>
      </p:grpSpPr>
      <p:sp>
        <p:nvSpPr>
          <p:cNvPr id="145" name="Google Shape;14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46" name="Google Shape;14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3"/>
        <p:cNvGrpSpPr/>
        <p:nvPr/>
      </p:nvGrpSpPr>
      <p:grpSpPr>
        <a:xfrm>
          <a:off x="0" y="0"/>
          <a:ext cx="0" cy="0"/>
          <a:chOff x="0" y="0"/>
          <a:chExt cx="0" cy="0"/>
        </a:xfrm>
      </p:grpSpPr>
      <p:sp>
        <p:nvSpPr>
          <p:cNvPr id="154" name="Google Shape;15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5" name="Google Shape;15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53"/>
        <p:cNvGrpSpPr/>
        <p:nvPr/>
      </p:nvGrpSpPr>
      <p:grpSpPr>
        <a:xfrm>
          <a:off x="0" y="0"/>
          <a:ext cx="0" cy="0"/>
          <a:chOff x="0" y="0"/>
          <a:chExt cx="0" cy="0"/>
        </a:xfrm>
      </p:grpSpPr>
      <p:sp>
        <p:nvSpPr>
          <p:cNvPr id="154" name="Google Shape;15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55" name="Google Shape;15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62"/>
        <p:cNvGrpSpPr/>
        <p:nvPr/>
      </p:nvGrpSpPr>
      <p:grpSpPr>
        <a:xfrm>
          <a:off x="0" y="0"/>
          <a:ext cx="0" cy="0"/>
          <a:chOff x="0" y="0"/>
          <a:chExt cx="0" cy="0"/>
        </a:xfrm>
      </p:grpSpPr>
      <p:sp>
        <p:nvSpPr>
          <p:cNvPr id="163" name="Google Shape;16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64" name="Google Shape;16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71"/>
        <p:cNvGrpSpPr/>
        <p:nvPr/>
      </p:nvGrpSpPr>
      <p:grpSpPr>
        <a:xfrm>
          <a:off x="0" y="0"/>
          <a:ext cx="0" cy="0"/>
          <a:chOff x="0" y="0"/>
          <a:chExt cx="0" cy="0"/>
        </a:xfrm>
      </p:grpSpPr>
      <p:sp>
        <p:nvSpPr>
          <p:cNvPr id="172" name="Google Shape;172;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73" name="Google Shape;17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80"/>
        <p:cNvGrpSpPr/>
        <p:nvPr/>
      </p:nvGrpSpPr>
      <p:grpSpPr>
        <a:xfrm>
          <a:off x="0" y="0"/>
          <a:ext cx="0" cy="0"/>
          <a:chOff x="0" y="0"/>
          <a:chExt cx="0" cy="0"/>
        </a:xfrm>
      </p:grpSpPr>
      <p:sp>
        <p:nvSpPr>
          <p:cNvPr id="181" name="Google Shape;181;g2ce16ed41b5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p>
        </p:txBody>
      </p:sp>
      <p:sp>
        <p:nvSpPr>
          <p:cNvPr id="182" name="Google Shape;182;g2ce16ed41b5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showMasterSp="0" matchingName="Title Slide">
  <p:cSld name="TITLE">
    <p:spTree>
      <p:nvGrpSpPr>
        <p:cNvPr id="1" name="Shape 17"/>
        <p:cNvGrpSpPr/>
        <p:nvPr/>
      </p:nvGrpSpPr>
      <p:grpSpPr>
        <a:xfrm>
          <a:off x="0" y="0"/>
          <a:ext cx="0" cy="0"/>
          <a:chOff x="0" y="0"/>
          <a:chExt cx="0" cy="0"/>
        </a:xfrm>
      </p:grpSpPr>
      <p:sp>
        <p:nvSpPr>
          <p:cNvPr id="18" name="Google Shape;18;p12"/>
          <p:cNvSpPr/>
          <p:nvPr/>
        </p:nvSpPr>
        <p:spPr>
          <a:xfrm>
            <a:off x="914400" y="2393950"/>
            <a:ext cx="10363200" cy="109538"/>
          </a:xfrm>
          <a:custGeom>
            <a:avLst/>
            <a:gdLst/>
            <a:ahLst/>
            <a:cxnLst/>
            <a:rect l="l" t="t" r="r" b="b"/>
            <a:pathLst>
              <a:path w="1000" h="1000" extrusionOk="0">
                <a:moveTo>
                  <a:pt x="0" y="0"/>
                </a:moveTo>
                <a:lnTo>
                  <a:pt x="618" y="0"/>
                </a:lnTo>
                <a:lnTo>
                  <a:pt x="618" y="1000"/>
                </a:lnTo>
                <a:lnTo>
                  <a:pt x="0" y="1000"/>
                </a:lnTo>
                <a:lnTo>
                  <a:pt x="0" y="0"/>
                </a:lnTo>
                <a:close/>
              </a:path>
              <a:path w="1000" h="1000" extrusionOk="0">
                <a:moveTo>
                  <a:pt x="0" y="0"/>
                </a:moveTo>
                <a:lnTo>
                  <a:pt x="1000" y="0"/>
                </a:lnTo>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Verdana" panose="020B0604030504040204"/>
              <a:ea typeface="Verdana" panose="020B0604030504040204"/>
              <a:cs typeface="Verdana" panose="020B0604030504040204"/>
              <a:sym typeface="Verdana" panose="020B0604030504040204"/>
            </a:endParaRPr>
          </a:p>
        </p:txBody>
      </p:sp>
      <p:sp>
        <p:nvSpPr>
          <p:cNvPr id="19" name="Google Shape;19;p12"/>
          <p:cNvSpPr txBox="1">
            <a:spLocks noGrp="1"/>
          </p:cNvSpPr>
          <p:nvPr>
            <p:ph type="ctrTitle"/>
          </p:nvPr>
        </p:nvSpPr>
        <p:spPr>
          <a:xfrm>
            <a:off x="914400" y="990600"/>
            <a:ext cx="10363200" cy="13716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4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2"/>
          <p:cNvSpPr txBox="1">
            <a:spLocks noGrp="1"/>
          </p:cNvSpPr>
          <p:nvPr>
            <p:ph type="subTitle" idx="1"/>
          </p:nvPr>
        </p:nvSpPr>
        <p:spPr>
          <a:xfrm>
            <a:off x="1930400" y="3429000"/>
            <a:ext cx="9347200" cy="1600200"/>
          </a:xfrm>
          <a:prstGeom prst="rect">
            <a:avLst/>
          </a:prstGeom>
          <a:noFill/>
          <a:ln>
            <a:noFill/>
          </a:ln>
        </p:spPr>
        <p:txBody>
          <a:bodyPr spcFirstLastPara="1" wrap="square" lIns="91425" tIns="45700" rIns="91425" bIns="45700" anchor="t" anchorCtr="0">
            <a:noAutofit/>
          </a:bodyPr>
          <a:lstStyle>
            <a:lvl1pPr lvl="0" algn="l">
              <a:spcBef>
                <a:spcPts val="560"/>
              </a:spcBef>
              <a:spcAft>
                <a:spcPts val="0"/>
              </a:spcAft>
              <a:buSzPts val="2800"/>
              <a:buFont typeface="Noto Sans Symbols"/>
              <a:buNone/>
              <a:defRPr sz="2800"/>
            </a:lvl1pPr>
            <a:lvl2pPr lvl="1" algn="l">
              <a:spcBef>
                <a:spcPts val="360"/>
              </a:spcBef>
              <a:spcAft>
                <a:spcPts val="0"/>
              </a:spcAft>
              <a:buSzPts val="1800"/>
              <a:buChar char="■"/>
              <a:defRPr/>
            </a:lvl2pPr>
            <a:lvl3pPr lvl="2" algn="l">
              <a:spcBef>
                <a:spcPts val="360"/>
              </a:spcBef>
              <a:spcAft>
                <a:spcPts val="0"/>
              </a:spcAft>
              <a:buSzPts val="1800"/>
              <a:buChar char="□"/>
              <a:defRPr/>
            </a:lvl3pPr>
            <a:lvl4pPr lvl="3" algn="l">
              <a:spcBef>
                <a:spcPts val="360"/>
              </a:spcBef>
              <a:spcAft>
                <a:spcPts val="0"/>
              </a:spcAft>
              <a:buSzPts val="1800"/>
              <a:buChar char="■"/>
              <a:defRPr/>
            </a:lvl4pPr>
            <a:lvl5pPr lvl="4" algn="l">
              <a:spcBef>
                <a:spcPts val="450"/>
              </a:spcBef>
              <a:spcAft>
                <a:spcPts val="0"/>
              </a:spcAft>
              <a:buSzPts val="1800"/>
              <a:buChar char="▪"/>
              <a:defRPr/>
            </a:lvl5pPr>
            <a:lvl6pPr lvl="5" algn="l">
              <a:spcBef>
                <a:spcPts val="450"/>
              </a:spcBef>
              <a:spcAft>
                <a:spcPts val="0"/>
              </a:spcAft>
              <a:buSzPts val="1800"/>
              <a:buChar char="▪"/>
              <a:defRPr/>
            </a:lvl6pPr>
            <a:lvl7pPr lvl="6" algn="l">
              <a:spcBef>
                <a:spcPts val="450"/>
              </a:spcBef>
              <a:spcAft>
                <a:spcPts val="0"/>
              </a:spcAft>
              <a:buSzPts val="1800"/>
              <a:buChar char="▪"/>
              <a:defRPr/>
            </a:lvl7pPr>
            <a:lvl8pPr lvl="7" algn="l">
              <a:spcBef>
                <a:spcPts val="450"/>
              </a:spcBef>
              <a:spcAft>
                <a:spcPts val="0"/>
              </a:spcAft>
              <a:buSzPts val="1800"/>
              <a:buChar char="▪"/>
              <a:defRPr/>
            </a:lvl8pPr>
            <a:lvl9pPr lvl="8" algn="l">
              <a:spcBef>
                <a:spcPts val="450"/>
              </a:spcBef>
              <a:spcAft>
                <a:spcPts val="0"/>
              </a:spcAft>
              <a:buSzPts val="1800"/>
              <a:buChar char="▪"/>
              <a:defRPr/>
            </a:lvl9pPr>
          </a:lstStyle>
          <a:p/>
        </p:txBody>
      </p:sp>
      <p:sp>
        <p:nvSpPr>
          <p:cNvPr id="21" name="Google Shape;21;p12"/>
          <p:cNvSpPr txBox="1">
            <a:spLocks noGrp="1"/>
          </p:cNvSpPr>
          <p:nvPr>
            <p:ph type="dt" idx="10"/>
          </p:nvPr>
        </p:nvSpPr>
        <p:spPr>
          <a:xfrm>
            <a:off x="914400" y="6248400"/>
            <a:ext cx="2540000" cy="45720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7BFF1A2-88F2-4511-A600-098773B6F043}" type="datetime1">
              <a:rPr lang="en-US" smtClean="0"/>
            </a:fld>
            <a:endParaRPr lang="en-US" smtClean="0"/>
          </a:p>
        </p:txBody>
      </p:sp>
      <p:sp>
        <p:nvSpPr>
          <p:cNvPr id="22" name="Google Shape;22;p12"/>
          <p:cNvSpPr txBox="1">
            <a:spLocks noGrp="1"/>
          </p:cNvSpPr>
          <p:nvPr>
            <p:ph type="ftr" idx="11"/>
          </p:nvPr>
        </p:nvSpPr>
        <p:spPr>
          <a:xfrm>
            <a:off x="4165600" y="6248400"/>
            <a:ext cx="3860800" cy="45720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lang="en-IN"/>
          </a:p>
        </p:txBody>
      </p:sp>
      <p:sp>
        <p:nvSpPr>
          <p:cNvPr id="23" name="Google Shape;23;p12"/>
          <p:cNvSpPr txBox="1">
            <a:spLocks noGrp="1"/>
          </p:cNvSpPr>
          <p:nvPr>
            <p:ph type="sldNum" idx="12"/>
          </p:nvPr>
        </p:nvSpPr>
        <p:spPr>
          <a:xfrm>
            <a:off x="8737600" y="6248400"/>
            <a:ext cx="2540000" cy="45720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4"/>
        <p:cNvGrpSpPr/>
        <p:nvPr/>
      </p:nvGrpSpPr>
      <p:grpSpPr>
        <a:xfrm>
          <a:off x="0" y="0"/>
          <a:ext cx="0" cy="0"/>
          <a:chOff x="0" y="0"/>
          <a:chExt cx="0" cy="0"/>
        </a:xfrm>
      </p:grpSpPr>
      <p:sp>
        <p:nvSpPr>
          <p:cNvPr id="25" name="Google Shape;25;p13"/>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3"/>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450"/>
              </a:spcBef>
              <a:spcAft>
                <a:spcPts val="0"/>
              </a:spcAft>
              <a:buSzPts val="1800"/>
              <a:buChar char="▪"/>
              <a:defRPr/>
            </a:lvl5pPr>
            <a:lvl6pPr marL="2743200" lvl="5" indent="-342900" algn="l">
              <a:spcBef>
                <a:spcPts val="450"/>
              </a:spcBef>
              <a:spcAft>
                <a:spcPts val="0"/>
              </a:spcAft>
              <a:buSzPts val="1800"/>
              <a:buChar char="▪"/>
              <a:defRPr/>
            </a:lvl6pPr>
            <a:lvl7pPr marL="3200400" lvl="6" indent="-342900" algn="l">
              <a:spcBef>
                <a:spcPts val="450"/>
              </a:spcBef>
              <a:spcAft>
                <a:spcPts val="0"/>
              </a:spcAft>
              <a:buSzPts val="1800"/>
              <a:buChar char="▪"/>
              <a:defRPr/>
            </a:lvl7pPr>
            <a:lvl8pPr marL="3657600" lvl="7" indent="-342900" algn="l">
              <a:spcBef>
                <a:spcPts val="450"/>
              </a:spcBef>
              <a:spcAft>
                <a:spcPts val="0"/>
              </a:spcAft>
              <a:buSzPts val="1800"/>
              <a:buChar char="▪"/>
              <a:defRPr/>
            </a:lvl8pPr>
            <a:lvl9pPr marL="4114800" lvl="8" indent="-342900" algn="l">
              <a:spcBef>
                <a:spcPts val="450"/>
              </a:spcBef>
              <a:spcAft>
                <a:spcPts val="0"/>
              </a:spcAft>
              <a:buSzPts val="1800"/>
              <a:buChar char="▪"/>
              <a:defRPr/>
            </a:lvl9pPr>
          </a:lstStyle>
          <a:p/>
        </p:txBody>
      </p:sp>
      <p:sp>
        <p:nvSpPr>
          <p:cNvPr id="27" name="Google Shape;27;p13"/>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21FF6910-5D60-451B-8AA8-2BB70799CFD4}" type="datetime1">
              <a:rPr lang="en-US" smtClean="0"/>
            </a:fld>
            <a:endParaRPr lang="en-US" smtClean="0"/>
          </a:p>
        </p:txBody>
      </p:sp>
      <p:sp>
        <p:nvSpPr>
          <p:cNvPr id="28" name="Google Shape;28;p13"/>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lang="en-IN"/>
          </a:p>
        </p:txBody>
      </p:sp>
      <p:sp>
        <p:nvSpPr>
          <p:cNvPr id="29" name="Google Shape;29;p13"/>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0"/>
        <p:cNvGrpSpPr/>
        <p:nvPr/>
      </p:nvGrpSpPr>
      <p:grpSpPr>
        <a:xfrm>
          <a:off x="0" y="0"/>
          <a:ext cx="0" cy="0"/>
          <a:chOff x="0" y="0"/>
          <a:chExt cx="0" cy="0"/>
        </a:xfrm>
      </p:grpSpPr>
      <p:sp>
        <p:nvSpPr>
          <p:cNvPr id="31" name="Google Shape;31;p14"/>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4"/>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SzPts val="2000"/>
              <a:buNone/>
              <a:defRPr sz="2000"/>
            </a:lvl1pPr>
            <a:lvl2pPr marL="914400" lvl="1" indent="-228600" algn="l">
              <a:spcBef>
                <a:spcPts val="360"/>
              </a:spcBef>
              <a:spcAft>
                <a:spcPts val="0"/>
              </a:spcAft>
              <a:buSzPts val="1800"/>
              <a:buNone/>
              <a:defRPr sz="1800"/>
            </a:lvl2pPr>
            <a:lvl3pPr marL="1371600" lvl="2" indent="-228600" algn="l">
              <a:spcBef>
                <a:spcPts val="320"/>
              </a:spcBef>
              <a:spcAft>
                <a:spcPts val="0"/>
              </a:spcAft>
              <a:buSzPts val="1600"/>
              <a:buNone/>
              <a:defRPr sz="1600"/>
            </a:lvl3pPr>
            <a:lvl4pPr marL="1828800" lvl="3" indent="-228600" algn="l">
              <a:spcBef>
                <a:spcPts val="280"/>
              </a:spcBef>
              <a:spcAft>
                <a:spcPts val="0"/>
              </a:spcAft>
              <a:buSzPts val="1400"/>
              <a:buNone/>
              <a:defRPr sz="1400"/>
            </a:lvl4pPr>
            <a:lvl5pPr marL="2286000" lvl="4" indent="-228600" algn="l">
              <a:spcBef>
                <a:spcPts val="350"/>
              </a:spcBef>
              <a:spcAft>
                <a:spcPts val="0"/>
              </a:spcAft>
              <a:buSzPts val="1400"/>
              <a:buNone/>
              <a:defRPr sz="1400"/>
            </a:lvl5pPr>
            <a:lvl6pPr marL="2743200" lvl="5" indent="-228600" algn="l">
              <a:spcBef>
                <a:spcPts val="350"/>
              </a:spcBef>
              <a:spcAft>
                <a:spcPts val="0"/>
              </a:spcAft>
              <a:buSzPts val="1400"/>
              <a:buNone/>
              <a:defRPr sz="1400"/>
            </a:lvl6pPr>
            <a:lvl7pPr marL="3200400" lvl="6" indent="-228600" algn="l">
              <a:spcBef>
                <a:spcPts val="350"/>
              </a:spcBef>
              <a:spcAft>
                <a:spcPts val="0"/>
              </a:spcAft>
              <a:buSzPts val="1400"/>
              <a:buNone/>
              <a:defRPr sz="1400"/>
            </a:lvl7pPr>
            <a:lvl8pPr marL="3657600" lvl="7" indent="-228600" algn="l">
              <a:spcBef>
                <a:spcPts val="350"/>
              </a:spcBef>
              <a:spcAft>
                <a:spcPts val="0"/>
              </a:spcAft>
              <a:buSzPts val="1400"/>
              <a:buNone/>
              <a:defRPr sz="1400"/>
            </a:lvl8pPr>
            <a:lvl9pPr marL="4114800" lvl="8" indent="-228600" algn="l">
              <a:spcBef>
                <a:spcPts val="350"/>
              </a:spcBef>
              <a:spcAft>
                <a:spcPts val="0"/>
              </a:spcAft>
              <a:buSzPts val="1400"/>
              <a:buNone/>
              <a:defRPr sz="1400"/>
            </a:lvl9pPr>
          </a:lstStyle>
          <a:p/>
        </p:txBody>
      </p:sp>
      <p:sp>
        <p:nvSpPr>
          <p:cNvPr id="33" name="Google Shape;33;p14"/>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CC181229-52A0-4B4D-A361-FEAB5F03D21A}" type="datetime1">
              <a:rPr lang="en-US" smtClean="0"/>
            </a:fld>
            <a:endParaRPr lang="en-US" smtClean="0"/>
          </a:p>
        </p:txBody>
      </p:sp>
      <p:sp>
        <p:nvSpPr>
          <p:cNvPr id="34" name="Google Shape;34;p14"/>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lang="en-IN"/>
          </a:p>
        </p:txBody>
      </p:sp>
      <p:sp>
        <p:nvSpPr>
          <p:cNvPr id="35" name="Google Shape;35;p14"/>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36"/>
        <p:cNvGrpSpPr/>
        <p:nvPr/>
      </p:nvGrpSpPr>
      <p:grpSpPr>
        <a:xfrm>
          <a:off x="0" y="0"/>
          <a:ext cx="0" cy="0"/>
          <a:chOff x="0" y="0"/>
          <a:chExt cx="0" cy="0"/>
        </a:xfrm>
      </p:grpSpPr>
      <p:sp>
        <p:nvSpPr>
          <p:cNvPr id="37" name="Google Shape;37;p15"/>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5"/>
          <p:cNvSpPr txBox="1">
            <a:spLocks noGrp="1"/>
          </p:cNvSpPr>
          <p:nvPr>
            <p:ph type="body" idx="1"/>
          </p:nvPr>
        </p:nvSpPr>
        <p:spPr>
          <a:xfrm>
            <a:off x="755651" y="1752600"/>
            <a:ext cx="5232400" cy="42672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SzPts val="2800"/>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450"/>
              </a:spcBef>
              <a:spcAft>
                <a:spcPts val="0"/>
              </a:spcAft>
              <a:buSzPts val="1800"/>
              <a:buChar char="▪"/>
              <a:defRPr sz="1800"/>
            </a:lvl5pPr>
            <a:lvl6pPr marL="2743200" lvl="5" indent="-342900" algn="l">
              <a:spcBef>
                <a:spcPts val="450"/>
              </a:spcBef>
              <a:spcAft>
                <a:spcPts val="0"/>
              </a:spcAft>
              <a:buSzPts val="1800"/>
              <a:buChar char="▪"/>
              <a:defRPr sz="1800"/>
            </a:lvl6pPr>
            <a:lvl7pPr marL="3200400" lvl="6" indent="-342900" algn="l">
              <a:spcBef>
                <a:spcPts val="450"/>
              </a:spcBef>
              <a:spcAft>
                <a:spcPts val="0"/>
              </a:spcAft>
              <a:buSzPts val="1800"/>
              <a:buChar char="▪"/>
              <a:defRPr sz="1800"/>
            </a:lvl7pPr>
            <a:lvl8pPr marL="3657600" lvl="7" indent="-342900" algn="l">
              <a:spcBef>
                <a:spcPts val="450"/>
              </a:spcBef>
              <a:spcAft>
                <a:spcPts val="0"/>
              </a:spcAft>
              <a:buSzPts val="1800"/>
              <a:buChar char="▪"/>
              <a:defRPr sz="1800"/>
            </a:lvl8pPr>
            <a:lvl9pPr marL="4114800" lvl="8" indent="-342900" algn="l">
              <a:spcBef>
                <a:spcPts val="450"/>
              </a:spcBef>
              <a:spcAft>
                <a:spcPts val="0"/>
              </a:spcAft>
              <a:buSzPts val="1800"/>
              <a:buChar char="▪"/>
              <a:defRPr sz="1800"/>
            </a:lvl9pPr>
          </a:lstStyle>
          <a:p/>
        </p:txBody>
      </p:sp>
      <p:sp>
        <p:nvSpPr>
          <p:cNvPr id="39" name="Google Shape;39;p15"/>
          <p:cNvSpPr txBox="1">
            <a:spLocks noGrp="1"/>
          </p:cNvSpPr>
          <p:nvPr>
            <p:ph type="body" idx="2"/>
          </p:nvPr>
        </p:nvSpPr>
        <p:spPr>
          <a:xfrm>
            <a:off x="6191251" y="1752600"/>
            <a:ext cx="5232400" cy="42672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SzPts val="2800"/>
              <a:buChar char="□"/>
              <a:defRPr sz="2800"/>
            </a:lvl1pPr>
            <a:lvl2pPr marL="914400" lvl="1" indent="-381000" algn="l">
              <a:spcBef>
                <a:spcPts val="480"/>
              </a:spcBef>
              <a:spcAft>
                <a:spcPts val="0"/>
              </a:spcAft>
              <a:buSzPts val="2400"/>
              <a:buChar char="■"/>
              <a:defRPr sz="2400"/>
            </a:lvl2pPr>
            <a:lvl3pPr marL="1371600" lvl="2" indent="-355600" algn="l">
              <a:spcBef>
                <a:spcPts val="400"/>
              </a:spcBef>
              <a:spcAft>
                <a:spcPts val="0"/>
              </a:spcAft>
              <a:buSzPts val="2000"/>
              <a:buChar char="□"/>
              <a:defRPr sz="2000"/>
            </a:lvl3pPr>
            <a:lvl4pPr marL="1828800" lvl="3" indent="-342900" algn="l">
              <a:spcBef>
                <a:spcPts val="360"/>
              </a:spcBef>
              <a:spcAft>
                <a:spcPts val="0"/>
              </a:spcAft>
              <a:buSzPts val="1800"/>
              <a:buChar char="■"/>
              <a:defRPr sz="1800"/>
            </a:lvl4pPr>
            <a:lvl5pPr marL="2286000" lvl="4" indent="-342900" algn="l">
              <a:spcBef>
                <a:spcPts val="450"/>
              </a:spcBef>
              <a:spcAft>
                <a:spcPts val="0"/>
              </a:spcAft>
              <a:buSzPts val="1800"/>
              <a:buChar char="▪"/>
              <a:defRPr sz="1800"/>
            </a:lvl5pPr>
            <a:lvl6pPr marL="2743200" lvl="5" indent="-342900" algn="l">
              <a:spcBef>
                <a:spcPts val="450"/>
              </a:spcBef>
              <a:spcAft>
                <a:spcPts val="0"/>
              </a:spcAft>
              <a:buSzPts val="1800"/>
              <a:buChar char="▪"/>
              <a:defRPr sz="1800"/>
            </a:lvl6pPr>
            <a:lvl7pPr marL="3200400" lvl="6" indent="-342900" algn="l">
              <a:spcBef>
                <a:spcPts val="450"/>
              </a:spcBef>
              <a:spcAft>
                <a:spcPts val="0"/>
              </a:spcAft>
              <a:buSzPts val="1800"/>
              <a:buChar char="▪"/>
              <a:defRPr sz="1800"/>
            </a:lvl7pPr>
            <a:lvl8pPr marL="3657600" lvl="7" indent="-342900" algn="l">
              <a:spcBef>
                <a:spcPts val="450"/>
              </a:spcBef>
              <a:spcAft>
                <a:spcPts val="0"/>
              </a:spcAft>
              <a:buSzPts val="1800"/>
              <a:buChar char="▪"/>
              <a:defRPr sz="1800"/>
            </a:lvl8pPr>
            <a:lvl9pPr marL="4114800" lvl="8" indent="-342900" algn="l">
              <a:spcBef>
                <a:spcPts val="450"/>
              </a:spcBef>
              <a:spcAft>
                <a:spcPts val="0"/>
              </a:spcAft>
              <a:buSzPts val="1800"/>
              <a:buChar char="▪"/>
              <a:defRPr sz="1800"/>
            </a:lvl9pPr>
          </a:lstStyle>
          <a:p/>
        </p:txBody>
      </p:sp>
      <p:sp>
        <p:nvSpPr>
          <p:cNvPr id="40" name="Google Shape;40;p15"/>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3E0DE556-9B06-4769-A3D3-1387CF7B8CB8}" type="datetime1">
              <a:rPr lang="en-US" smtClean="0"/>
            </a:fld>
            <a:endParaRPr lang="en-US" smtClean="0"/>
          </a:p>
        </p:txBody>
      </p:sp>
      <p:sp>
        <p:nvSpPr>
          <p:cNvPr id="41" name="Google Shape;41;p15"/>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lang="en-IN"/>
          </a:p>
        </p:txBody>
      </p:sp>
      <p:sp>
        <p:nvSpPr>
          <p:cNvPr id="42" name="Google Shape;42;p15"/>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3"/>
        <p:cNvGrpSpPr/>
        <p:nvPr/>
      </p:nvGrpSpPr>
      <p:grpSpPr>
        <a:xfrm>
          <a:off x="0" y="0"/>
          <a:ext cx="0" cy="0"/>
          <a:chOff x="0" y="0"/>
          <a:chExt cx="0" cy="0"/>
        </a:xfrm>
      </p:grpSpPr>
      <p:sp>
        <p:nvSpPr>
          <p:cNvPr id="44" name="Google Shape;44;p16"/>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16"/>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400"/>
              </a:spcBef>
              <a:spcAft>
                <a:spcPts val="0"/>
              </a:spcAft>
              <a:buSzPts val="1600"/>
              <a:buNone/>
              <a:defRPr sz="1600" b="1"/>
            </a:lvl5pPr>
            <a:lvl6pPr marL="2743200" lvl="5" indent="-228600" algn="l">
              <a:spcBef>
                <a:spcPts val="400"/>
              </a:spcBef>
              <a:spcAft>
                <a:spcPts val="0"/>
              </a:spcAft>
              <a:buSzPts val="1600"/>
              <a:buNone/>
              <a:defRPr sz="1600" b="1"/>
            </a:lvl6pPr>
            <a:lvl7pPr marL="3200400" lvl="6" indent="-228600" algn="l">
              <a:spcBef>
                <a:spcPts val="400"/>
              </a:spcBef>
              <a:spcAft>
                <a:spcPts val="0"/>
              </a:spcAft>
              <a:buSzPts val="1600"/>
              <a:buNone/>
              <a:defRPr sz="1600" b="1"/>
            </a:lvl7pPr>
            <a:lvl8pPr marL="3657600" lvl="7" indent="-228600" algn="l">
              <a:spcBef>
                <a:spcPts val="400"/>
              </a:spcBef>
              <a:spcAft>
                <a:spcPts val="0"/>
              </a:spcAft>
              <a:buSzPts val="1600"/>
              <a:buNone/>
              <a:defRPr sz="1600" b="1"/>
            </a:lvl8pPr>
            <a:lvl9pPr marL="4114800" lvl="8" indent="-228600" algn="l">
              <a:spcBef>
                <a:spcPts val="400"/>
              </a:spcBef>
              <a:spcAft>
                <a:spcPts val="0"/>
              </a:spcAft>
              <a:buSzPts val="1600"/>
              <a:buNone/>
              <a:defRPr sz="1600" b="1"/>
            </a:lvl9pPr>
          </a:lstStyle>
          <a:p/>
        </p:txBody>
      </p:sp>
      <p:sp>
        <p:nvSpPr>
          <p:cNvPr id="46" name="Google Shape;46;p16"/>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400"/>
              </a:spcBef>
              <a:spcAft>
                <a:spcPts val="0"/>
              </a:spcAft>
              <a:buSzPts val="1600"/>
              <a:buChar char="▪"/>
              <a:defRPr sz="1600"/>
            </a:lvl5pPr>
            <a:lvl6pPr marL="2743200" lvl="5" indent="-330200" algn="l">
              <a:spcBef>
                <a:spcPts val="400"/>
              </a:spcBef>
              <a:spcAft>
                <a:spcPts val="0"/>
              </a:spcAft>
              <a:buSzPts val="1600"/>
              <a:buChar char="▪"/>
              <a:defRPr sz="1600"/>
            </a:lvl6pPr>
            <a:lvl7pPr marL="3200400" lvl="6" indent="-330200" algn="l">
              <a:spcBef>
                <a:spcPts val="400"/>
              </a:spcBef>
              <a:spcAft>
                <a:spcPts val="0"/>
              </a:spcAft>
              <a:buSzPts val="1600"/>
              <a:buChar char="▪"/>
              <a:defRPr sz="1600"/>
            </a:lvl7pPr>
            <a:lvl8pPr marL="3657600" lvl="7" indent="-330200" algn="l">
              <a:spcBef>
                <a:spcPts val="400"/>
              </a:spcBef>
              <a:spcAft>
                <a:spcPts val="0"/>
              </a:spcAft>
              <a:buSzPts val="1600"/>
              <a:buChar char="▪"/>
              <a:defRPr sz="1600"/>
            </a:lvl8pPr>
            <a:lvl9pPr marL="4114800" lvl="8" indent="-330200" algn="l">
              <a:spcBef>
                <a:spcPts val="400"/>
              </a:spcBef>
              <a:spcAft>
                <a:spcPts val="0"/>
              </a:spcAft>
              <a:buSzPts val="1600"/>
              <a:buChar char="▪"/>
              <a:defRPr sz="1600"/>
            </a:lvl9pPr>
          </a:lstStyle>
          <a:p/>
        </p:txBody>
      </p:sp>
      <p:sp>
        <p:nvSpPr>
          <p:cNvPr id="47" name="Google Shape;47;p16"/>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2400"/>
              <a:buNone/>
              <a:defRPr sz="2400" b="1"/>
            </a:lvl1pPr>
            <a:lvl2pPr marL="914400" lvl="1" indent="-228600" algn="l">
              <a:spcBef>
                <a:spcPts val="400"/>
              </a:spcBef>
              <a:spcAft>
                <a:spcPts val="0"/>
              </a:spcAft>
              <a:buSzPts val="2000"/>
              <a:buNone/>
              <a:defRPr sz="2000" b="1"/>
            </a:lvl2pPr>
            <a:lvl3pPr marL="1371600" lvl="2" indent="-228600" algn="l">
              <a:spcBef>
                <a:spcPts val="360"/>
              </a:spcBef>
              <a:spcAft>
                <a:spcPts val="0"/>
              </a:spcAft>
              <a:buSzPts val="1800"/>
              <a:buNone/>
              <a:defRPr sz="1800" b="1"/>
            </a:lvl3pPr>
            <a:lvl4pPr marL="1828800" lvl="3" indent="-228600" algn="l">
              <a:spcBef>
                <a:spcPts val="320"/>
              </a:spcBef>
              <a:spcAft>
                <a:spcPts val="0"/>
              </a:spcAft>
              <a:buSzPts val="1600"/>
              <a:buNone/>
              <a:defRPr sz="1600" b="1"/>
            </a:lvl4pPr>
            <a:lvl5pPr marL="2286000" lvl="4" indent="-228600" algn="l">
              <a:spcBef>
                <a:spcPts val="400"/>
              </a:spcBef>
              <a:spcAft>
                <a:spcPts val="0"/>
              </a:spcAft>
              <a:buSzPts val="1600"/>
              <a:buNone/>
              <a:defRPr sz="1600" b="1"/>
            </a:lvl5pPr>
            <a:lvl6pPr marL="2743200" lvl="5" indent="-228600" algn="l">
              <a:spcBef>
                <a:spcPts val="400"/>
              </a:spcBef>
              <a:spcAft>
                <a:spcPts val="0"/>
              </a:spcAft>
              <a:buSzPts val="1600"/>
              <a:buNone/>
              <a:defRPr sz="1600" b="1"/>
            </a:lvl6pPr>
            <a:lvl7pPr marL="3200400" lvl="6" indent="-228600" algn="l">
              <a:spcBef>
                <a:spcPts val="400"/>
              </a:spcBef>
              <a:spcAft>
                <a:spcPts val="0"/>
              </a:spcAft>
              <a:buSzPts val="1600"/>
              <a:buNone/>
              <a:defRPr sz="1600" b="1"/>
            </a:lvl7pPr>
            <a:lvl8pPr marL="3657600" lvl="7" indent="-228600" algn="l">
              <a:spcBef>
                <a:spcPts val="400"/>
              </a:spcBef>
              <a:spcAft>
                <a:spcPts val="0"/>
              </a:spcAft>
              <a:buSzPts val="1600"/>
              <a:buNone/>
              <a:defRPr sz="1600" b="1"/>
            </a:lvl8pPr>
            <a:lvl9pPr marL="4114800" lvl="8" indent="-228600" algn="l">
              <a:spcBef>
                <a:spcPts val="400"/>
              </a:spcBef>
              <a:spcAft>
                <a:spcPts val="0"/>
              </a:spcAft>
              <a:buSzPts val="1600"/>
              <a:buNone/>
              <a:defRPr sz="1600" b="1"/>
            </a:lvl9pPr>
          </a:lstStyle>
          <a:p/>
        </p:txBody>
      </p:sp>
      <p:sp>
        <p:nvSpPr>
          <p:cNvPr id="48" name="Google Shape;48;p16"/>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SzPts val="2400"/>
              <a:buChar char="□"/>
              <a:defRPr sz="2400"/>
            </a:lvl1pPr>
            <a:lvl2pPr marL="914400" lvl="1" indent="-355600" algn="l">
              <a:spcBef>
                <a:spcPts val="400"/>
              </a:spcBef>
              <a:spcAft>
                <a:spcPts val="0"/>
              </a:spcAft>
              <a:buSzPts val="2000"/>
              <a:buChar char="■"/>
              <a:defRPr sz="2000"/>
            </a:lvl2pPr>
            <a:lvl3pPr marL="1371600" lvl="2" indent="-342900" algn="l">
              <a:spcBef>
                <a:spcPts val="360"/>
              </a:spcBef>
              <a:spcAft>
                <a:spcPts val="0"/>
              </a:spcAft>
              <a:buSzPts val="1800"/>
              <a:buChar char="□"/>
              <a:defRPr sz="1800"/>
            </a:lvl3pPr>
            <a:lvl4pPr marL="1828800" lvl="3" indent="-330200" algn="l">
              <a:spcBef>
                <a:spcPts val="320"/>
              </a:spcBef>
              <a:spcAft>
                <a:spcPts val="0"/>
              </a:spcAft>
              <a:buSzPts val="1600"/>
              <a:buChar char="■"/>
              <a:defRPr sz="1600"/>
            </a:lvl4pPr>
            <a:lvl5pPr marL="2286000" lvl="4" indent="-330200" algn="l">
              <a:spcBef>
                <a:spcPts val="400"/>
              </a:spcBef>
              <a:spcAft>
                <a:spcPts val="0"/>
              </a:spcAft>
              <a:buSzPts val="1600"/>
              <a:buChar char="▪"/>
              <a:defRPr sz="1600"/>
            </a:lvl5pPr>
            <a:lvl6pPr marL="2743200" lvl="5" indent="-330200" algn="l">
              <a:spcBef>
                <a:spcPts val="400"/>
              </a:spcBef>
              <a:spcAft>
                <a:spcPts val="0"/>
              </a:spcAft>
              <a:buSzPts val="1600"/>
              <a:buChar char="▪"/>
              <a:defRPr sz="1600"/>
            </a:lvl6pPr>
            <a:lvl7pPr marL="3200400" lvl="6" indent="-330200" algn="l">
              <a:spcBef>
                <a:spcPts val="400"/>
              </a:spcBef>
              <a:spcAft>
                <a:spcPts val="0"/>
              </a:spcAft>
              <a:buSzPts val="1600"/>
              <a:buChar char="▪"/>
              <a:defRPr sz="1600"/>
            </a:lvl7pPr>
            <a:lvl8pPr marL="3657600" lvl="7" indent="-330200" algn="l">
              <a:spcBef>
                <a:spcPts val="400"/>
              </a:spcBef>
              <a:spcAft>
                <a:spcPts val="0"/>
              </a:spcAft>
              <a:buSzPts val="1600"/>
              <a:buChar char="▪"/>
              <a:defRPr sz="1600"/>
            </a:lvl8pPr>
            <a:lvl9pPr marL="4114800" lvl="8" indent="-330200" algn="l">
              <a:spcBef>
                <a:spcPts val="400"/>
              </a:spcBef>
              <a:spcAft>
                <a:spcPts val="0"/>
              </a:spcAft>
              <a:buSzPts val="1600"/>
              <a:buChar char="▪"/>
              <a:defRPr sz="1600"/>
            </a:lvl9pPr>
          </a:lstStyle>
          <a:p/>
        </p:txBody>
      </p:sp>
      <p:sp>
        <p:nvSpPr>
          <p:cNvPr id="49" name="Google Shape;49;p16"/>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7196B0B-D215-463E-9EE4-F62DD7303872}" type="datetime1">
              <a:rPr lang="en-US" smtClean="0"/>
            </a:fld>
            <a:endParaRPr lang="en-US" smtClean="0"/>
          </a:p>
        </p:txBody>
      </p:sp>
      <p:sp>
        <p:nvSpPr>
          <p:cNvPr id="50" name="Google Shape;50;p16"/>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lang="en-IN"/>
          </a:p>
        </p:txBody>
      </p:sp>
      <p:sp>
        <p:nvSpPr>
          <p:cNvPr id="51" name="Google Shape;51;p16"/>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2"/>
        <p:cNvGrpSpPr/>
        <p:nvPr/>
      </p:nvGrpSpPr>
      <p:grpSpPr>
        <a:xfrm>
          <a:off x="0" y="0"/>
          <a:ext cx="0" cy="0"/>
          <a:chOff x="0" y="0"/>
          <a:chExt cx="0" cy="0"/>
        </a:xfrm>
      </p:grpSpPr>
      <p:sp>
        <p:nvSpPr>
          <p:cNvPr id="53" name="Google Shape;53;p17"/>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7"/>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AEEE44C-A58B-4F82-A3CF-F02B0BEB308A}" type="datetime1">
              <a:rPr lang="en-US" smtClean="0"/>
            </a:fld>
            <a:endParaRPr lang="en-US" smtClean="0"/>
          </a:p>
        </p:txBody>
      </p:sp>
      <p:sp>
        <p:nvSpPr>
          <p:cNvPr id="55" name="Google Shape;55;p17"/>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lang="en-IN"/>
          </a:p>
        </p:txBody>
      </p:sp>
      <p:sp>
        <p:nvSpPr>
          <p:cNvPr id="56" name="Google Shape;56;p17"/>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57"/>
        <p:cNvGrpSpPr/>
        <p:nvPr/>
      </p:nvGrpSpPr>
      <p:grpSpPr>
        <a:xfrm>
          <a:off x="0" y="0"/>
          <a:ext cx="0" cy="0"/>
          <a:chOff x="0" y="0"/>
          <a:chExt cx="0" cy="0"/>
        </a:xfrm>
      </p:grpSpPr>
      <p:sp>
        <p:nvSpPr>
          <p:cNvPr id="58" name="Google Shape;58;p18"/>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6FFB19B-63F8-4D04-93A8-9EE0352B04F9}" type="datetime1">
              <a:rPr lang="en-US" smtClean="0"/>
            </a:fld>
            <a:endParaRPr lang="en-US" smtClean="0"/>
          </a:p>
        </p:txBody>
      </p:sp>
      <p:sp>
        <p:nvSpPr>
          <p:cNvPr id="59" name="Google Shape;59;p18"/>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lang="en-IN"/>
          </a:p>
        </p:txBody>
      </p:sp>
      <p:sp>
        <p:nvSpPr>
          <p:cNvPr id="60" name="Google Shape;60;p18"/>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61"/>
        <p:cNvGrpSpPr/>
        <p:nvPr/>
      </p:nvGrpSpPr>
      <p:grpSpPr>
        <a:xfrm>
          <a:off x="0" y="0"/>
          <a:ext cx="0" cy="0"/>
          <a:chOff x="0" y="0"/>
          <a:chExt cx="0" cy="0"/>
        </a:xfrm>
      </p:grpSpPr>
      <p:sp>
        <p:nvSpPr>
          <p:cNvPr id="62" name="Google Shape;62;p19"/>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19"/>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SzPts val="3200"/>
              <a:buChar char="□"/>
              <a:defRPr sz="3200"/>
            </a:lvl1pPr>
            <a:lvl2pPr marL="914400" lvl="1" indent="-406400" algn="l">
              <a:spcBef>
                <a:spcPts val="560"/>
              </a:spcBef>
              <a:spcAft>
                <a:spcPts val="0"/>
              </a:spcAft>
              <a:buSzPts val="2800"/>
              <a:buChar char="■"/>
              <a:defRPr sz="2800"/>
            </a:lvl2pPr>
            <a:lvl3pPr marL="1371600" lvl="2" indent="-381000" algn="l">
              <a:spcBef>
                <a:spcPts val="480"/>
              </a:spcBef>
              <a:spcAft>
                <a:spcPts val="0"/>
              </a:spcAft>
              <a:buSzPts val="2400"/>
              <a:buChar char="□"/>
              <a:defRPr sz="2400"/>
            </a:lvl3pPr>
            <a:lvl4pPr marL="1828800" lvl="3" indent="-355600" algn="l">
              <a:spcBef>
                <a:spcPts val="400"/>
              </a:spcBef>
              <a:spcAft>
                <a:spcPts val="0"/>
              </a:spcAft>
              <a:buSzPts val="2000"/>
              <a:buChar char="■"/>
              <a:defRPr sz="2000"/>
            </a:lvl4pPr>
            <a:lvl5pPr marL="2286000" lvl="4" indent="-355600" algn="l">
              <a:spcBef>
                <a:spcPts val="500"/>
              </a:spcBef>
              <a:spcAft>
                <a:spcPts val="0"/>
              </a:spcAft>
              <a:buSzPts val="2000"/>
              <a:buChar char="▪"/>
              <a:defRPr sz="2000"/>
            </a:lvl5pPr>
            <a:lvl6pPr marL="2743200" lvl="5" indent="-355600" algn="l">
              <a:spcBef>
                <a:spcPts val="500"/>
              </a:spcBef>
              <a:spcAft>
                <a:spcPts val="0"/>
              </a:spcAft>
              <a:buSzPts val="2000"/>
              <a:buChar char="▪"/>
              <a:defRPr sz="2000"/>
            </a:lvl6pPr>
            <a:lvl7pPr marL="3200400" lvl="6" indent="-355600" algn="l">
              <a:spcBef>
                <a:spcPts val="500"/>
              </a:spcBef>
              <a:spcAft>
                <a:spcPts val="0"/>
              </a:spcAft>
              <a:buSzPts val="2000"/>
              <a:buChar char="▪"/>
              <a:defRPr sz="2000"/>
            </a:lvl7pPr>
            <a:lvl8pPr marL="3657600" lvl="7" indent="-355600" algn="l">
              <a:spcBef>
                <a:spcPts val="500"/>
              </a:spcBef>
              <a:spcAft>
                <a:spcPts val="0"/>
              </a:spcAft>
              <a:buSzPts val="2000"/>
              <a:buChar char="▪"/>
              <a:defRPr sz="2000"/>
            </a:lvl8pPr>
            <a:lvl9pPr marL="4114800" lvl="8" indent="-355600" algn="l">
              <a:spcBef>
                <a:spcPts val="500"/>
              </a:spcBef>
              <a:spcAft>
                <a:spcPts val="0"/>
              </a:spcAft>
              <a:buSzPts val="2000"/>
              <a:buChar char="▪"/>
              <a:defRPr sz="2000"/>
            </a:lvl9pPr>
          </a:lstStyle>
          <a:p/>
        </p:txBody>
      </p:sp>
      <p:sp>
        <p:nvSpPr>
          <p:cNvPr id="64" name="Google Shape;64;p19"/>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225"/>
              </a:spcBef>
              <a:spcAft>
                <a:spcPts val="0"/>
              </a:spcAft>
              <a:buSzPts val="900"/>
              <a:buNone/>
              <a:defRPr sz="900"/>
            </a:lvl5pPr>
            <a:lvl6pPr marL="2743200" lvl="5" indent="-228600" algn="l">
              <a:spcBef>
                <a:spcPts val="225"/>
              </a:spcBef>
              <a:spcAft>
                <a:spcPts val="0"/>
              </a:spcAft>
              <a:buSzPts val="900"/>
              <a:buNone/>
              <a:defRPr sz="900"/>
            </a:lvl6pPr>
            <a:lvl7pPr marL="3200400" lvl="6" indent="-228600" algn="l">
              <a:spcBef>
                <a:spcPts val="225"/>
              </a:spcBef>
              <a:spcAft>
                <a:spcPts val="0"/>
              </a:spcAft>
              <a:buSzPts val="900"/>
              <a:buNone/>
              <a:defRPr sz="900"/>
            </a:lvl7pPr>
            <a:lvl8pPr marL="3657600" lvl="7" indent="-228600" algn="l">
              <a:spcBef>
                <a:spcPts val="225"/>
              </a:spcBef>
              <a:spcAft>
                <a:spcPts val="0"/>
              </a:spcAft>
              <a:buSzPts val="900"/>
              <a:buNone/>
              <a:defRPr sz="900"/>
            </a:lvl8pPr>
            <a:lvl9pPr marL="4114800" lvl="8" indent="-228600" algn="l">
              <a:spcBef>
                <a:spcPts val="225"/>
              </a:spcBef>
              <a:spcAft>
                <a:spcPts val="0"/>
              </a:spcAft>
              <a:buSzPts val="900"/>
              <a:buNone/>
              <a:defRPr sz="900"/>
            </a:lvl9pPr>
          </a:lstStyle>
          <a:p/>
        </p:txBody>
      </p:sp>
      <p:sp>
        <p:nvSpPr>
          <p:cNvPr id="65" name="Google Shape;65;p19"/>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BAFD539D-4735-4D2F-95AC-45CC9E7715AC}" type="datetime1">
              <a:rPr lang="en-US" smtClean="0"/>
            </a:fld>
            <a:endParaRPr lang="en-US" smtClean="0"/>
          </a:p>
        </p:txBody>
      </p:sp>
      <p:sp>
        <p:nvSpPr>
          <p:cNvPr id="66" name="Google Shape;66;p19"/>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lang="en-IN"/>
          </a:p>
        </p:txBody>
      </p:sp>
      <p:sp>
        <p:nvSpPr>
          <p:cNvPr id="67" name="Google Shape;67;p19"/>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8"/>
        <p:cNvGrpSpPr/>
        <p:nvPr/>
      </p:nvGrpSpPr>
      <p:grpSpPr>
        <a:xfrm>
          <a:off x="0" y="0"/>
          <a:ext cx="0" cy="0"/>
          <a:chOff x="0" y="0"/>
          <a:chExt cx="0" cy="0"/>
        </a:xfrm>
      </p:grpSpPr>
      <p:sp>
        <p:nvSpPr>
          <p:cNvPr id="69" name="Google Shape;69;p20"/>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0"/>
          <p:cNvSpPr>
            <a:spLocks noGrp="1"/>
          </p:cNvSpPr>
          <p:nvPr>
            <p:ph type="pic" idx="2"/>
          </p:nvPr>
        </p:nvSpPr>
        <p:spPr>
          <a:xfrm>
            <a:off x="2389717" y="612775"/>
            <a:ext cx="7315200" cy="4114800"/>
          </a:xfrm>
          <a:prstGeom prst="rect">
            <a:avLst/>
          </a:prstGeom>
          <a:noFill/>
          <a:ln>
            <a:noFill/>
          </a:ln>
        </p:spPr>
      </p:sp>
      <p:sp>
        <p:nvSpPr>
          <p:cNvPr id="71" name="Google Shape;71;p20"/>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SzPts val="1400"/>
              <a:buNone/>
              <a:defRPr sz="1400"/>
            </a:lvl1pPr>
            <a:lvl2pPr marL="914400" lvl="1" indent="-228600" algn="l">
              <a:spcBef>
                <a:spcPts val="240"/>
              </a:spcBef>
              <a:spcAft>
                <a:spcPts val="0"/>
              </a:spcAft>
              <a:buSzPts val="1200"/>
              <a:buNone/>
              <a:defRPr sz="1200"/>
            </a:lvl2pPr>
            <a:lvl3pPr marL="1371600" lvl="2" indent="-228600" algn="l">
              <a:spcBef>
                <a:spcPts val="200"/>
              </a:spcBef>
              <a:spcAft>
                <a:spcPts val="0"/>
              </a:spcAft>
              <a:buSzPts val="1000"/>
              <a:buNone/>
              <a:defRPr sz="1000"/>
            </a:lvl3pPr>
            <a:lvl4pPr marL="1828800" lvl="3" indent="-228600" algn="l">
              <a:spcBef>
                <a:spcPts val="180"/>
              </a:spcBef>
              <a:spcAft>
                <a:spcPts val="0"/>
              </a:spcAft>
              <a:buSzPts val="900"/>
              <a:buNone/>
              <a:defRPr sz="900"/>
            </a:lvl4pPr>
            <a:lvl5pPr marL="2286000" lvl="4" indent="-228600" algn="l">
              <a:spcBef>
                <a:spcPts val="225"/>
              </a:spcBef>
              <a:spcAft>
                <a:spcPts val="0"/>
              </a:spcAft>
              <a:buSzPts val="900"/>
              <a:buNone/>
              <a:defRPr sz="900"/>
            </a:lvl5pPr>
            <a:lvl6pPr marL="2743200" lvl="5" indent="-228600" algn="l">
              <a:spcBef>
                <a:spcPts val="225"/>
              </a:spcBef>
              <a:spcAft>
                <a:spcPts val="0"/>
              </a:spcAft>
              <a:buSzPts val="900"/>
              <a:buNone/>
              <a:defRPr sz="900"/>
            </a:lvl6pPr>
            <a:lvl7pPr marL="3200400" lvl="6" indent="-228600" algn="l">
              <a:spcBef>
                <a:spcPts val="225"/>
              </a:spcBef>
              <a:spcAft>
                <a:spcPts val="0"/>
              </a:spcAft>
              <a:buSzPts val="900"/>
              <a:buNone/>
              <a:defRPr sz="900"/>
            </a:lvl7pPr>
            <a:lvl8pPr marL="3657600" lvl="7" indent="-228600" algn="l">
              <a:spcBef>
                <a:spcPts val="225"/>
              </a:spcBef>
              <a:spcAft>
                <a:spcPts val="0"/>
              </a:spcAft>
              <a:buSzPts val="900"/>
              <a:buNone/>
              <a:defRPr sz="900"/>
            </a:lvl8pPr>
            <a:lvl9pPr marL="4114800" lvl="8" indent="-228600" algn="l">
              <a:spcBef>
                <a:spcPts val="225"/>
              </a:spcBef>
              <a:spcAft>
                <a:spcPts val="0"/>
              </a:spcAft>
              <a:buSzPts val="900"/>
              <a:buNone/>
              <a:defRPr sz="900"/>
            </a:lvl9pPr>
          </a:lstStyle>
          <a:p/>
        </p:txBody>
      </p:sp>
      <p:sp>
        <p:nvSpPr>
          <p:cNvPr id="72" name="Google Shape;72;p20"/>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DA3117A1-E607-4972-86C3-9CA9BE868F25}" type="datetime1">
              <a:rPr lang="en-US" smtClean="0"/>
            </a:fld>
            <a:endParaRPr lang="en-US" smtClean="0"/>
          </a:p>
        </p:txBody>
      </p:sp>
      <p:sp>
        <p:nvSpPr>
          <p:cNvPr id="73" name="Google Shape;73;p20"/>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lang="en-IN"/>
          </a:p>
        </p:txBody>
      </p:sp>
      <p:sp>
        <p:nvSpPr>
          <p:cNvPr id="74" name="Google Shape;74;p20"/>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5"/>
        <p:cNvGrpSpPr/>
        <p:nvPr/>
      </p:nvGrpSpPr>
      <p:grpSpPr>
        <a:xfrm>
          <a:off x="0" y="0"/>
          <a:ext cx="0" cy="0"/>
          <a:chOff x="0" y="0"/>
          <a:chExt cx="0" cy="0"/>
        </a:xfrm>
      </p:grpSpPr>
      <p:sp>
        <p:nvSpPr>
          <p:cNvPr id="76" name="Google Shape;76;p21"/>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21"/>
          <p:cNvSpPr txBox="1">
            <a:spLocks noGrp="1"/>
          </p:cNvSpPr>
          <p:nvPr>
            <p:ph type="body" idx="1"/>
          </p:nvPr>
        </p:nvSpPr>
        <p:spPr>
          <a:xfrm rot="5400000">
            <a:off x="3956051" y="-1447800"/>
            <a:ext cx="4267200" cy="106680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450"/>
              </a:spcBef>
              <a:spcAft>
                <a:spcPts val="0"/>
              </a:spcAft>
              <a:buSzPts val="1800"/>
              <a:buChar char="▪"/>
              <a:defRPr/>
            </a:lvl5pPr>
            <a:lvl6pPr marL="2743200" lvl="5" indent="-342900" algn="l">
              <a:spcBef>
                <a:spcPts val="450"/>
              </a:spcBef>
              <a:spcAft>
                <a:spcPts val="0"/>
              </a:spcAft>
              <a:buSzPts val="1800"/>
              <a:buChar char="▪"/>
              <a:defRPr/>
            </a:lvl6pPr>
            <a:lvl7pPr marL="3200400" lvl="6" indent="-342900" algn="l">
              <a:spcBef>
                <a:spcPts val="450"/>
              </a:spcBef>
              <a:spcAft>
                <a:spcPts val="0"/>
              </a:spcAft>
              <a:buSzPts val="1800"/>
              <a:buChar char="▪"/>
              <a:defRPr/>
            </a:lvl7pPr>
            <a:lvl8pPr marL="3657600" lvl="7" indent="-342900" algn="l">
              <a:spcBef>
                <a:spcPts val="450"/>
              </a:spcBef>
              <a:spcAft>
                <a:spcPts val="0"/>
              </a:spcAft>
              <a:buSzPts val="1800"/>
              <a:buChar char="▪"/>
              <a:defRPr/>
            </a:lvl8pPr>
            <a:lvl9pPr marL="4114800" lvl="8" indent="-342900" algn="l">
              <a:spcBef>
                <a:spcPts val="450"/>
              </a:spcBef>
              <a:spcAft>
                <a:spcPts val="0"/>
              </a:spcAft>
              <a:buSzPts val="1800"/>
              <a:buChar char="▪"/>
              <a:defRPr/>
            </a:lvl9pPr>
          </a:lstStyle>
          <a:p/>
        </p:txBody>
      </p:sp>
      <p:sp>
        <p:nvSpPr>
          <p:cNvPr id="78" name="Google Shape;78;p21"/>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42D2B04-CA59-489D-8ACC-574EB5480468}" type="datetime1">
              <a:rPr lang="en-US" smtClean="0"/>
            </a:fld>
            <a:endParaRPr lang="en-US" smtClean="0"/>
          </a:p>
        </p:txBody>
      </p:sp>
      <p:sp>
        <p:nvSpPr>
          <p:cNvPr id="79" name="Google Shape;79;p21"/>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lang="en-IN"/>
          </a:p>
        </p:txBody>
      </p:sp>
      <p:sp>
        <p:nvSpPr>
          <p:cNvPr id="80" name="Google Shape;80;p21"/>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81"/>
        <p:cNvGrpSpPr/>
        <p:nvPr/>
      </p:nvGrpSpPr>
      <p:grpSpPr>
        <a:xfrm>
          <a:off x="0" y="0"/>
          <a:ext cx="0" cy="0"/>
          <a:chOff x="0" y="0"/>
          <a:chExt cx="0" cy="0"/>
        </a:xfrm>
      </p:grpSpPr>
      <p:sp>
        <p:nvSpPr>
          <p:cNvPr id="82" name="Google Shape;82;p22"/>
          <p:cNvSpPr txBox="1">
            <a:spLocks noGrp="1"/>
          </p:cNvSpPr>
          <p:nvPr>
            <p:ph type="title"/>
          </p:nvPr>
        </p:nvSpPr>
        <p:spPr>
          <a:xfrm rot="5400000">
            <a:off x="7242176" y="1827742"/>
            <a:ext cx="5715000" cy="2669116"/>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22"/>
          <p:cNvSpPr txBox="1">
            <a:spLocks noGrp="1"/>
          </p:cNvSpPr>
          <p:nvPr>
            <p:ph type="body" idx="1"/>
          </p:nvPr>
        </p:nvSpPr>
        <p:spPr>
          <a:xfrm rot="5400000">
            <a:off x="1801284" y="-740833"/>
            <a:ext cx="5715000" cy="7806267"/>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SzPts val="180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450"/>
              </a:spcBef>
              <a:spcAft>
                <a:spcPts val="0"/>
              </a:spcAft>
              <a:buSzPts val="1800"/>
              <a:buChar char="▪"/>
              <a:defRPr/>
            </a:lvl5pPr>
            <a:lvl6pPr marL="2743200" lvl="5" indent="-342900" algn="l">
              <a:spcBef>
                <a:spcPts val="450"/>
              </a:spcBef>
              <a:spcAft>
                <a:spcPts val="0"/>
              </a:spcAft>
              <a:buSzPts val="1800"/>
              <a:buChar char="▪"/>
              <a:defRPr/>
            </a:lvl6pPr>
            <a:lvl7pPr marL="3200400" lvl="6" indent="-342900" algn="l">
              <a:spcBef>
                <a:spcPts val="450"/>
              </a:spcBef>
              <a:spcAft>
                <a:spcPts val="0"/>
              </a:spcAft>
              <a:buSzPts val="1800"/>
              <a:buChar char="▪"/>
              <a:defRPr/>
            </a:lvl7pPr>
            <a:lvl8pPr marL="3657600" lvl="7" indent="-342900" algn="l">
              <a:spcBef>
                <a:spcPts val="450"/>
              </a:spcBef>
              <a:spcAft>
                <a:spcPts val="0"/>
              </a:spcAft>
              <a:buSzPts val="1800"/>
              <a:buChar char="▪"/>
              <a:defRPr/>
            </a:lvl8pPr>
            <a:lvl9pPr marL="4114800" lvl="8" indent="-342900" algn="l">
              <a:spcBef>
                <a:spcPts val="450"/>
              </a:spcBef>
              <a:spcAft>
                <a:spcPts val="0"/>
              </a:spcAft>
              <a:buSzPts val="1800"/>
              <a:buChar char="▪"/>
              <a:defRPr/>
            </a:lvl9pPr>
          </a:lstStyle>
          <a:p/>
        </p:txBody>
      </p:sp>
      <p:sp>
        <p:nvSpPr>
          <p:cNvPr id="84" name="Google Shape;84;p22"/>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DCA028A0-5814-4E0F-9FA5-846F2071952A}" type="datetime1">
              <a:rPr lang="en-US" smtClean="0"/>
            </a:fld>
            <a:endParaRPr lang="en-US" smtClean="0"/>
          </a:p>
        </p:txBody>
      </p:sp>
      <p:sp>
        <p:nvSpPr>
          <p:cNvPr id="85" name="Google Shape;85;p22"/>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r>
              <a:rPr lang="en-IN"/>
              <a:t>ICCDS-2026</a:t>
            </a:r>
            <a:endParaRPr lang="en-IN"/>
          </a:p>
        </p:txBody>
      </p:sp>
      <p:sp>
        <p:nvSpPr>
          <p:cNvPr id="86" name="Google Shape;86;p22"/>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a:spcBef>
                <a:spcPts val="0"/>
              </a:spcBef>
              <a:buNone/>
              <a:defRPr sz="1200">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2"/>
          <a:tile tx="0" ty="0" sx="100000" sy="100000" flip="none" algn="tl"/>
        </a:blipFill>
        <a:effectLst/>
      </p:bgPr>
    </p:bg>
    <p:spTree>
      <p:nvGrpSpPr>
        <p:cNvPr id="1" name="Shape 9"/>
        <p:cNvGrpSpPr/>
        <p:nvPr/>
      </p:nvGrpSpPr>
      <p:grpSpPr>
        <a:xfrm>
          <a:off x="0" y="0"/>
          <a:ext cx="0" cy="0"/>
          <a:chOff x="0" y="0"/>
          <a:chExt cx="0" cy="0"/>
        </a:xfrm>
      </p:grpSpPr>
      <p:sp>
        <p:nvSpPr>
          <p:cNvPr id="10" name="Google Shape;10;p11"/>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2pPr>
            <a:lvl3pPr marR="0" lvl="2"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3pPr>
            <a:lvl4pPr marR="0" lvl="3"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4pPr>
            <a:lvl5pPr marR="0" lvl="4"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5pPr>
            <a:lvl6pPr marR="0" lvl="5"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6pPr>
            <a:lvl7pPr marR="0" lvl="6"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7pPr>
            <a:lvl8pPr marR="0" lvl="7"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8pPr>
            <a:lvl9pPr marR="0" lvl="8" algn="l" rtl="0">
              <a:spcBef>
                <a:spcPts val="0"/>
              </a:spcBef>
              <a:spcAft>
                <a:spcPts val="0"/>
              </a:spcAft>
              <a:buSzPts val="1400"/>
              <a:buNone/>
              <a:defRPr sz="3800" b="0" i="0" u="none" strike="noStrike" cap="none">
                <a:solidFill>
                  <a:schemeClr val="dk2"/>
                </a:solidFill>
                <a:latin typeface="Verdana" panose="020B0604030504040204"/>
                <a:ea typeface="Verdana" panose="020B0604030504040204"/>
                <a:cs typeface="Verdana" panose="020B0604030504040204"/>
                <a:sym typeface="Verdana" panose="020B0604030504040204"/>
              </a:defRPr>
            </a:lvl9pPr>
          </a:lstStyle>
          <a:p/>
        </p:txBody>
      </p:sp>
      <p:sp>
        <p:nvSpPr>
          <p:cNvPr id="11" name="Google Shape;11;p11"/>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lvl1pPr marL="457200" marR="0" lvl="0" indent="-419100" algn="l" rtl="0">
              <a:spcBef>
                <a:spcPts val="600"/>
              </a:spcBef>
              <a:spcAft>
                <a:spcPts val="0"/>
              </a:spcAft>
              <a:buClr>
                <a:schemeClr val="accent2"/>
              </a:buClr>
              <a:buSzPts val="3000"/>
              <a:buFont typeface="Noto Sans Symbols"/>
              <a:buChar char="□"/>
              <a:defRPr sz="3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93700" algn="l" rtl="0">
              <a:spcBef>
                <a:spcPts val="520"/>
              </a:spcBef>
              <a:spcAft>
                <a:spcPts val="0"/>
              </a:spcAft>
              <a:buClr>
                <a:schemeClr val="accent2"/>
              </a:buClr>
              <a:buSzPts val="2600"/>
              <a:buFont typeface="Noto Sans Symbols"/>
              <a:buChar char="■"/>
              <a:defRPr sz="2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74650" algn="l" rtl="0">
              <a:spcBef>
                <a:spcPts val="460"/>
              </a:spcBef>
              <a:spcAft>
                <a:spcPts val="0"/>
              </a:spcAft>
              <a:buClr>
                <a:schemeClr val="accent2"/>
              </a:buClr>
              <a:buSzPts val="2300"/>
              <a:buFont typeface="Noto Sans Symbols"/>
              <a:buChar char="□"/>
              <a:defRPr sz="23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55600" algn="l" rtl="0">
              <a:spcBef>
                <a:spcPts val="400"/>
              </a:spcBef>
              <a:spcAft>
                <a:spcPts val="0"/>
              </a:spcAft>
              <a:buClr>
                <a:schemeClr val="accent2"/>
              </a:buClr>
              <a:buSzPts val="20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L="3200400" marR="0" lvl="6"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L="3657600" marR="0" lvl="7"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L="4114800" marR="0" lvl="8" indent="-355600" algn="l" rtl="0">
              <a:spcBef>
                <a:spcPts val="500"/>
              </a:spcBef>
              <a:spcAft>
                <a:spcPts val="0"/>
              </a:spcAft>
              <a:buClr>
                <a:schemeClr val="accent2"/>
              </a:buClr>
              <a:buSzPts val="2000"/>
              <a:buFont typeface="Noto Sans Symbols"/>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p:txBody>
      </p:sp>
      <p:sp>
        <p:nvSpPr>
          <p:cNvPr id="12" name="Google Shape;12;p11"/>
          <p:cNvSpPr/>
          <p:nvPr/>
        </p:nvSpPr>
        <p:spPr>
          <a:xfrm>
            <a:off x="812800" y="1566864"/>
            <a:ext cx="10610851" cy="109537"/>
          </a:xfrm>
          <a:custGeom>
            <a:avLst/>
            <a:gdLst/>
            <a:ahLst/>
            <a:cxnLst/>
            <a:rect l="l" t="t" r="r" b="b"/>
            <a:pathLst>
              <a:path w="1000" h="1000" extrusionOk="0">
                <a:moveTo>
                  <a:pt x="0" y="0"/>
                </a:moveTo>
                <a:lnTo>
                  <a:pt x="585" y="0"/>
                </a:lnTo>
                <a:lnTo>
                  <a:pt x="585" y="1000"/>
                </a:lnTo>
                <a:lnTo>
                  <a:pt x="0" y="1000"/>
                </a:lnTo>
                <a:lnTo>
                  <a:pt x="0" y="0"/>
                </a:lnTo>
                <a:close/>
              </a:path>
              <a:path w="1000" h="1000" extrusionOk="0">
                <a:moveTo>
                  <a:pt x="0" y="0"/>
                </a:moveTo>
                <a:lnTo>
                  <a:pt x="1000" y="0"/>
                </a:lnTo>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Verdana" panose="020B0604030504040204"/>
              <a:ea typeface="Verdana" panose="020B0604030504040204"/>
              <a:cs typeface="Verdana" panose="020B0604030504040204"/>
              <a:sym typeface="Verdana" panose="020B0604030504040204"/>
            </a:endParaRPr>
          </a:p>
        </p:txBody>
      </p:sp>
      <p:cxnSp>
        <p:nvCxnSpPr>
          <p:cNvPr id="13" name="Google Shape;13;p11"/>
          <p:cNvCxnSpPr/>
          <p:nvPr/>
        </p:nvCxnSpPr>
        <p:spPr>
          <a:xfrm>
            <a:off x="812800" y="6172200"/>
            <a:ext cx="10566400" cy="0"/>
          </a:xfrm>
          <a:prstGeom prst="straightConnector1">
            <a:avLst/>
          </a:prstGeom>
          <a:noFill/>
          <a:ln w="9525" cap="flat" cmpd="sng">
            <a:solidFill>
              <a:schemeClr val="accent2"/>
            </a:solidFill>
            <a:prstDash val="solid"/>
            <a:round/>
            <a:headEnd type="none" w="med" len="med"/>
            <a:tailEnd type="none" w="med" len="med"/>
          </a:ln>
        </p:spPr>
      </p:cxnSp>
      <p:sp>
        <p:nvSpPr>
          <p:cNvPr id="14" name="Google Shape;14;p11"/>
          <p:cNvSpPr txBox="1">
            <a:spLocks noGrp="1"/>
          </p:cNvSpPr>
          <p:nvPr>
            <p:ph type="dt" idx="10"/>
          </p:nvPr>
        </p:nvSpPr>
        <p:spPr>
          <a:xfrm>
            <a:off x="812800" y="6245225"/>
            <a:ext cx="2641600" cy="47625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R="0" lvl="2"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R="0" lvl="3"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R="0" lvl="4"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R="0" lvl="5"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R="0" lvl="6"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R="0" lvl="7"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R="0" lvl="8"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a:fld id="{7A71105A-7811-4DF9-AFE0-C623CDF6580F}" type="datetime1">
              <a:rPr lang="en-US" smtClean="0"/>
            </a:fld>
            <a:endParaRPr lang="en-US" smtClean="0"/>
          </a:p>
        </p:txBody>
      </p:sp>
      <p:sp>
        <p:nvSpPr>
          <p:cNvPr id="15" name="Google Shape;15;p11"/>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SzPts val="1400"/>
              <a:buNone/>
              <a:defRPr sz="1200">
                <a:solidFill>
                  <a:schemeClr val="dk1"/>
                </a:solidFill>
                <a:latin typeface="Verdana" panose="020B0604030504040204"/>
                <a:ea typeface="Verdana" panose="020B0604030504040204"/>
                <a:cs typeface="Verdana" panose="020B0604030504040204"/>
                <a:sym typeface="Verdana" panose="020B0604030504040204"/>
              </a:defRPr>
            </a:lvl1pPr>
            <a:lvl2pPr marR="0" lvl="1"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R="0" lvl="2"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R="0" lvl="3"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R="0" lvl="4"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R="0" lvl="5"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6pPr>
            <a:lvl7pPr marR="0" lvl="6"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7pPr>
            <a:lvl8pPr marR="0" lvl="7"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8pPr>
            <a:lvl9pPr marR="0" lvl="8" algn="l" rtl="0">
              <a:spcBef>
                <a:spcPts val="0"/>
              </a:spcBef>
              <a:spcAft>
                <a:spcPts val="0"/>
              </a:spcAft>
              <a:buSzPts val="1400"/>
              <a:buNone/>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9pPr>
          </a:lstStyle>
          <a:p>
            <a:r>
              <a:rPr lang="en-IN"/>
              <a:t>ICCDS-2026</a:t>
            </a:r>
            <a:endParaRPr lang="en-IN"/>
          </a:p>
        </p:txBody>
      </p:sp>
      <p:sp>
        <p:nvSpPr>
          <p:cNvPr id="16" name="Google Shape;16;p11"/>
          <p:cNvSpPr txBox="1">
            <a:spLocks noGrp="1"/>
          </p:cNvSpPr>
          <p:nvPr>
            <p:ph type="sldNum" idx="12"/>
          </p:nvPr>
        </p:nvSpPr>
        <p:spPr>
          <a:xfrm>
            <a:off x="8737600" y="6245225"/>
            <a:ext cx="2641600" cy="47625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1pPr>
            <a:lvl2pPr marL="0" marR="0" lvl="1"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2pPr>
            <a:lvl3pPr marL="0" marR="0" lvl="2"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3pPr>
            <a:lvl4pPr marL="0" marR="0" lvl="3"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4pPr>
            <a:lvl5pPr marL="0" marR="0" lvl="4"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5pPr>
            <a:lvl6pPr marL="0" marR="0" lvl="5"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6pPr>
            <a:lvl7pPr marL="0" marR="0" lvl="6"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7pPr>
            <a:lvl8pPr marL="0" marR="0" lvl="7"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8pPr>
            <a:lvl9pPr marL="0" marR="0" lvl="8" indent="0" algn="r" rtl="0">
              <a:spcBef>
                <a:spcPts val="0"/>
              </a:spcBef>
              <a:buNone/>
              <a:defRPr sz="1200" b="0" u="none">
                <a:solidFill>
                  <a:schemeClr val="dk1"/>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xml"/><Relationship Id="rId3" Type="http://schemas.microsoft.com/office/2007/relationships/hdphoto" Target="../media/image3.wdp"/><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hyperlink" Target="https://www.mongodb.com/docs/" TargetMode="External"/><Relationship Id="rId2" Type="http://schemas.openxmlformats.org/officeDocument/2006/relationships/hyperlink" Target="https://nodejs.org/docs/" TargetMode="External"/><Relationship Id="rId1" Type="http://schemas.openxmlformats.org/officeDocument/2006/relationships/hyperlink" Target="https://react.dev/"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tile tx="0" ty="0" sx="100000" sy="100000" flip="none" algn="tl"/>
        </a:blipFill>
        <a:effectLst/>
      </p:bgPr>
    </p:bg>
    <p:spTree>
      <p:nvGrpSpPr>
        <p:cNvPr id="1" name="Shape 90"/>
        <p:cNvGrpSpPr/>
        <p:nvPr/>
      </p:nvGrpSpPr>
      <p:grpSpPr>
        <a:xfrm>
          <a:off x="0" y="0"/>
          <a:ext cx="0" cy="0"/>
          <a:chOff x="0" y="0"/>
          <a:chExt cx="0" cy="0"/>
        </a:xfrm>
      </p:grpSpPr>
      <p:sp>
        <p:nvSpPr>
          <p:cNvPr id="92" name="Google Shape;92;p1"/>
          <p:cNvSpPr txBox="1"/>
          <p:nvPr/>
        </p:nvSpPr>
        <p:spPr>
          <a:xfrm>
            <a:off x="838200" y="2663243"/>
            <a:ext cx="10515600" cy="1325700"/>
          </a:xfrm>
          <a:prstGeom prst="rect">
            <a:avLst/>
          </a:prstGeom>
          <a:noFill/>
          <a:ln>
            <a:noFill/>
          </a:ln>
        </p:spPr>
        <p:txBody>
          <a:bodyPr spcFirstLastPara="1" wrap="square" lIns="91425" tIns="45700" rIns="91425" bIns="45700" anchor="ctr" anchorCtr="0">
            <a:normAutofit fontScale="92500" lnSpcReduction="10000"/>
          </a:bodyPr>
          <a:lstStyle/>
          <a:p>
            <a:pPr marL="114300" algn="ctr">
              <a:lnSpc>
                <a:spcPct val="90000"/>
              </a:lnSpc>
              <a:buClr>
                <a:schemeClr val="accent2"/>
              </a:buClr>
              <a:buSzPts val="1800"/>
            </a:pPr>
            <a:r>
              <a:rPr lang="en-IN" sz="3600" b="1" dirty="0">
                <a:solidFill>
                  <a:srgbClr val="781049"/>
                </a:solidFill>
                <a:latin typeface="Verdana" panose="020B0604030504040204" pitchFamily="34" charset="0"/>
                <a:ea typeface="Verdana" panose="020B0604030504040204" pitchFamily="34" charset="0"/>
              </a:rPr>
              <a:t>STUDYVERSE AI – AN INTELLIGENT GAMIFIED ADAPTIVE LEARNING PLATFORM</a:t>
            </a:r>
            <a:endParaRPr dirty="0">
              <a:solidFill>
                <a:schemeClr val="accent1">
                  <a:lumMod val="50000"/>
                </a:schemeClr>
              </a:solidFill>
              <a:latin typeface="Verdana" panose="020B0604030504040204" pitchFamily="34" charset="0"/>
              <a:ea typeface="Verdana" panose="020B0604030504040204" pitchFamily="34" charset="0"/>
            </a:endParaRPr>
          </a:p>
        </p:txBody>
      </p:sp>
      <p:sp>
        <p:nvSpPr>
          <p:cNvPr id="93" name="Google Shape;93;p1"/>
          <p:cNvSpPr txBox="1"/>
          <p:nvPr/>
        </p:nvSpPr>
        <p:spPr>
          <a:xfrm>
            <a:off x="989063" y="4262136"/>
            <a:ext cx="10322700" cy="267525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FF0000"/>
              </a:buClr>
              <a:buSzPts val="2400"/>
              <a:buFont typeface="Noto Sans Symbols"/>
              <a:buNone/>
            </a:pPr>
            <a:endParaRPr lang="en-IN" sz="2400" b="1" dirty="0">
              <a:solidFill>
                <a:schemeClr val="accent5"/>
              </a:solidFill>
              <a:latin typeface="Verdana" panose="020B0604030504040204"/>
              <a:ea typeface="Verdana" panose="020B0604030504040204"/>
              <a:sym typeface="Verdana" panose="020B0604030504040204"/>
            </a:endParaRPr>
          </a:p>
          <a:p>
            <a:pPr marL="0" marR="0" lvl="0" indent="0" algn="l" rtl="0">
              <a:lnSpc>
                <a:spcPct val="100000"/>
              </a:lnSpc>
              <a:spcBef>
                <a:spcPts val="0"/>
              </a:spcBef>
              <a:spcAft>
                <a:spcPts val="0"/>
              </a:spcAft>
              <a:buClr>
                <a:srgbClr val="FF0000"/>
              </a:buClr>
              <a:buSzPts val="2400"/>
              <a:buFont typeface="Noto Sans Symbols"/>
              <a:buNone/>
            </a:pPr>
            <a:endParaRPr lang="en-IN" sz="2400" b="1" dirty="0">
              <a:solidFill>
                <a:schemeClr val="accent5"/>
              </a:solidFill>
              <a:latin typeface="Verdana" panose="020B0604030504040204"/>
              <a:ea typeface="Verdana" panose="020B0604030504040204"/>
              <a:sym typeface="Verdana" panose="020B0604030504040204"/>
            </a:endParaRPr>
          </a:p>
          <a:p>
            <a:pPr>
              <a:buClr>
                <a:srgbClr val="FF0000"/>
              </a:buClr>
              <a:buSzPts val="2400"/>
            </a:pPr>
            <a:r>
              <a:rPr lang="en-IN" sz="2400" b="1" dirty="0">
                <a:solidFill>
                  <a:schemeClr val="accent6"/>
                </a:solidFill>
                <a:latin typeface="Verdana" panose="020B0604030504040204"/>
                <a:ea typeface="Verdana" panose="020B0604030504040204"/>
                <a:sym typeface="Verdana" panose="020B0604030504040204"/>
              </a:rPr>
              <a:t>College Name: RAJALAKSHMI ENGINEERING COLLEGE</a:t>
            </a:r>
            <a:endParaRPr lang="en-IN" sz="2400" b="1" dirty="0">
              <a:solidFill>
                <a:schemeClr val="accent5"/>
              </a:solidFill>
              <a:latin typeface="Verdana" panose="020B0604030504040204"/>
              <a:ea typeface="Verdana" panose="020B0604030504040204"/>
              <a:sym typeface="Verdana" panose="020B0604030504040204"/>
            </a:endParaRPr>
          </a:p>
          <a:p>
            <a:pPr>
              <a:buClr>
                <a:srgbClr val="FF0000"/>
              </a:buClr>
              <a:buSzPts val="2400"/>
            </a:pPr>
            <a:endParaRPr lang="en-IN" sz="2400" b="1" dirty="0">
              <a:solidFill>
                <a:schemeClr val="accent5"/>
              </a:solidFill>
              <a:latin typeface="Verdana" panose="020B0604030504040204"/>
              <a:ea typeface="Verdana" panose="020B0604030504040204"/>
            </a:endParaRPr>
          </a:p>
          <a:p>
            <a:pPr>
              <a:buClr>
                <a:srgbClr val="FF0000"/>
              </a:buClr>
              <a:buSzPts val="2400"/>
            </a:pPr>
            <a:r>
              <a:rPr lang="en-IN" sz="2400" b="1" dirty="0">
                <a:solidFill>
                  <a:schemeClr val="accent6"/>
                </a:solidFill>
                <a:latin typeface="Verdana" panose="020B0604030504040204"/>
                <a:ea typeface="Verdana" panose="020B0604030504040204"/>
                <a:sym typeface="Verdana" panose="020B0604030504040204"/>
              </a:rPr>
              <a:t>Presented By: MADHUMITHA P (240701297)</a:t>
            </a:r>
            <a:endParaRPr lang="en-IN" sz="2400" b="1" dirty="0">
              <a:solidFill>
                <a:schemeClr val="accent6"/>
              </a:solidFill>
              <a:latin typeface="Verdana" panose="020B0604030504040204"/>
              <a:ea typeface="Verdana" panose="020B0604030504040204"/>
              <a:sym typeface="Verdana" panose="020B0604030504040204"/>
            </a:endParaRPr>
          </a:p>
          <a:p>
            <a:pPr>
              <a:buClr>
                <a:srgbClr val="FF0000"/>
              </a:buClr>
              <a:buSzPts val="2400"/>
            </a:pPr>
            <a:r>
              <a:rPr lang="en-IN" sz="2400" b="1" dirty="0">
                <a:solidFill>
                  <a:schemeClr val="accent6"/>
                </a:solidFill>
                <a:latin typeface="Verdana" panose="020B0604030504040204"/>
                <a:ea typeface="Verdana" panose="020B0604030504040204"/>
                <a:sym typeface="Verdana" panose="020B0604030504040204"/>
              </a:rPr>
              <a:t>                        TAMIZHARASI S(240701552)</a:t>
            </a:r>
            <a:endParaRPr lang="en-IN" sz="2400" b="1" dirty="0">
              <a:solidFill>
                <a:schemeClr val="accent5"/>
              </a:solidFill>
              <a:latin typeface="Verdana" panose="020B0604030504040204"/>
              <a:ea typeface="Verdana" panose="020B0604030504040204"/>
              <a:sym typeface="Verdana" panose="020B0604030504040204"/>
            </a:endParaRPr>
          </a:p>
          <a:p>
            <a:pPr>
              <a:buClr>
                <a:srgbClr val="FF0000"/>
              </a:buClr>
              <a:buSzPts val="2400"/>
            </a:pPr>
            <a:endParaRPr lang="en-IN" sz="2400" b="1" dirty="0">
              <a:solidFill>
                <a:schemeClr val="accent5"/>
              </a:solidFill>
              <a:latin typeface="Verdana" panose="020B0604030504040204"/>
              <a:ea typeface="Verdana" panose="020B0604030504040204"/>
            </a:endParaRPr>
          </a:p>
        </p:txBody>
      </p:sp>
      <p:sp>
        <p:nvSpPr>
          <p:cNvPr id="95" name="Google Shape;95;p1"/>
          <p:cNvSpPr txBox="1"/>
          <p:nvPr/>
        </p:nvSpPr>
        <p:spPr>
          <a:xfrm>
            <a:off x="198375" y="1167250"/>
            <a:ext cx="11462700" cy="12228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030A0"/>
              </a:buClr>
              <a:buSzPts val="3600"/>
              <a:buFont typeface="Rockwell" panose="02060603020205020403"/>
              <a:buNone/>
            </a:pPr>
            <a:r>
              <a:rPr lang="en-US" sz="2400" b="1" dirty="0">
                <a:solidFill>
                  <a:srgbClr val="7030A0"/>
                </a:solidFill>
                <a:latin typeface="Rockwell" panose="02060603020205020403"/>
                <a:ea typeface="Rockwell" panose="02060603020205020403"/>
                <a:cs typeface="Rockwell" panose="02060603020205020403"/>
                <a:sym typeface="Rockwell" panose="02060603020205020403"/>
              </a:rPr>
              <a:t>CS23533-FOUNDATIONS OF ARTIFICIAL INTELLIGENCE</a:t>
            </a:r>
            <a:endParaRPr sz="3000" dirty="0">
              <a:solidFill>
                <a:schemeClr val="accent2">
                  <a:lumMod val="50000"/>
                </a:schemeClr>
              </a:solidFill>
            </a:endParaRPr>
          </a:p>
        </p:txBody>
      </p:sp>
      <p:sp>
        <p:nvSpPr>
          <p:cNvPr id="98" name="Google Shape;98;p1"/>
          <p:cNvSpPr txBox="1"/>
          <p:nvPr/>
        </p:nvSpPr>
        <p:spPr>
          <a:xfrm>
            <a:off x="3119513" y="84475"/>
            <a:ext cx="6061800" cy="738633"/>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IN" sz="1800" b="1" dirty="0">
                <a:solidFill>
                  <a:srgbClr val="002060"/>
                </a:solidFill>
                <a:latin typeface="Rockwell" panose="02060603020205020403"/>
                <a:ea typeface="Rockwell" panose="02060603020205020403"/>
                <a:cs typeface="Rockwell" panose="02060603020205020403"/>
                <a:sym typeface="Rockwell" panose="02060603020205020403"/>
              </a:rPr>
              <a:t>Department of Computer Science and Engineering </a:t>
            </a:r>
            <a:endParaRPr sz="1800" b="1" dirty="0">
              <a:solidFill>
                <a:srgbClr val="002060"/>
              </a:solidFill>
              <a:latin typeface="Rockwell" panose="02060603020205020403"/>
              <a:ea typeface="Rockwell" panose="02060603020205020403"/>
              <a:cs typeface="Rockwell" panose="02060603020205020403"/>
              <a:sym typeface="Rockwell" panose="02060603020205020403"/>
            </a:endParaRPr>
          </a:p>
          <a:p>
            <a:pPr marL="0" lvl="0" indent="0" algn="ctr" rtl="0">
              <a:spcBef>
                <a:spcPts val="0"/>
              </a:spcBef>
              <a:spcAft>
                <a:spcPts val="0"/>
              </a:spcAft>
              <a:buNone/>
            </a:pPr>
            <a:r>
              <a:rPr lang="en-IN" sz="1800" b="1" dirty="0">
                <a:solidFill>
                  <a:srgbClr val="002060"/>
                </a:solidFill>
                <a:latin typeface="Rockwell" panose="02060603020205020403"/>
                <a:ea typeface="Rockwell" panose="02060603020205020403"/>
                <a:cs typeface="Rockwell" panose="02060603020205020403"/>
                <a:sym typeface="Rockwell" panose="02060603020205020403"/>
              </a:rPr>
              <a:t>Organizes</a:t>
            </a:r>
            <a:endParaRPr sz="1800" dirty="0">
              <a:solidFill>
                <a:srgbClr val="002060"/>
              </a:solidFill>
            </a:endParaRPr>
          </a:p>
        </p:txBody>
      </p:sp>
      <p:pic>
        <p:nvPicPr>
          <p:cNvPr id="2" name="Picture 1"/>
          <p:cNvPicPr>
            <a:picLocks noChangeAspect="1"/>
          </p:cNvPicPr>
          <p:nvPr/>
        </p:nvPicPr>
        <p:blipFill>
          <a:blip r:embed="rId2" cstate="print">
            <a:extLst>
              <a:ext uri="{BEBA8EAE-BF5A-486C-A8C5-ECC9F3942E4B}">
                <a14:imgProps xmlns:a14="http://schemas.microsoft.com/office/drawing/2010/main">
                  <a14:imgLayer r:embed="rId3">
                    <a14:imgEffect>
                      <a14:brightnessContrast bright="20000" contrast="-40000"/>
                    </a14:imgEffect>
                    <a14:imgEffect>
                      <a14:colorTemperature colorTemp="11200"/>
                    </a14:imgEffect>
                    <a14:imgEffect>
                      <a14:saturation sat="400000"/>
                    </a14:imgEffect>
                    <a14:imgEffect>
                      <a14:sharpenSoften amount="50000"/>
                    </a14:imgEffect>
                  </a14:imgLayer>
                </a14:imgProps>
              </a:ext>
              <a:ext uri="{28A0092B-C50C-407E-A947-70E740481C1C}">
                <a14:useLocalDpi xmlns:a14="http://schemas.microsoft.com/office/drawing/2010/main" val="0"/>
              </a:ext>
            </a:extLst>
          </a:blip>
          <a:stretch>
            <a:fillRect/>
          </a:stretch>
        </p:blipFill>
        <p:spPr>
          <a:xfrm>
            <a:off x="9062071" y="-1492"/>
            <a:ext cx="3030827" cy="103214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tile tx="0" ty="0" sx="100000" sy="100000" flip="none" algn="tl"/>
        </a:blipFill>
        <a:effectLst/>
      </p:bgPr>
    </p:bg>
    <p:spTree>
      <p:nvGrpSpPr>
        <p:cNvPr id="1" name="Shape 102"/>
        <p:cNvGrpSpPr/>
        <p:nvPr/>
      </p:nvGrpSpPr>
      <p:grpSpPr>
        <a:xfrm>
          <a:off x="0" y="0"/>
          <a:ext cx="0" cy="0"/>
          <a:chOff x="0" y="0"/>
          <a:chExt cx="0" cy="0"/>
        </a:xfrm>
      </p:grpSpPr>
      <p:sp>
        <p:nvSpPr>
          <p:cNvPr id="103" name="Google Shape;103;p2"/>
          <p:cNvSpPr txBox="1">
            <a:spLocks noGrp="1"/>
          </p:cNvSpPr>
          <p:nvPr>
            <p:ph type="title"/>
          </p:nvPr>
        </p:nvSpPr>
        <p:spPr>
          <a:xfrm>
            <a:off x="762008" y="1"/>
            <a:ext cx="10668000" cy="1215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3600" b="1">
                <a:solidFill>
                  <a:srgbClr val="FF0000"/>
                </a:solidFill>
              </a:rPr>
              <a:t>List of Content</a:t>
            </a:r>
            <a:endParaRPr lang="en-IN" sz="3600" b="1">
              <a:solidFill>
                <a:srgbClr val="FF0000"/>
              </a:solidFill>
            </a:endParaRPr>
          </a:p>
        </p:txBody>
      </p:sp>
      <p:sp>
        <p:nvSpPr>
          <p:cNvPr id="104" name="Google Shape;104;p2"/>
          <p:cNvSpPr txBox="1">
            <a:spLocks noGrp="1"/>
          </p:cNvSpPr>
          <p:nvPr>
            <p:ph type="body" idx="1"/>
          </p:nvPr>
        </p:nvSpPr>
        <p:spPr>
          <a:xfrm>
            <a:off x="762001" y="1695449"/>
            <a:ext cx="10668000" cy="4380885"/>
          </a:xfrm>
          <a:prstGeom prst="rect">
            <a:avLst/>
          </a:prstGeom>
          <a:noFill/>
          <a:ln>
            <a:noFill/>
          </a:ln>
        </p:spPr>
        <p:txBody>
          <a:bodyPr spcFirstLastPara="1" wrap="square" lIns="91425" tIns="45700" rIns="91425" bIns="45700" anchor="t" anchorCtr="0">
            <a:noAutofit/>
          </a:bodyPr>
          <a:lstStyle/>
          <a:p>
            <a:pPr marL="469900" marR="0" lvl="0" indent="-419100" algn="l" rtl="0">
              <a:lnSpc>
                <a:spcPct val="100000"/>
              </a:lnSpc>
              <a:spcBef>
                <a:spcPts val="0"/>
              </a:spcBef>
              <a:spcAft>
                <a:spcPts val="0"/>
              </a:spcAft>
              <a:buClr>
                <a:srgbClr val="CC0000"/>
              </a:buClr>
              <a:buSzPts val="2400"/>
              <a:buFont typeface="Times New Roman" panose="02020603050405020304"/>
              <a:buChar char="□"/>
            </a:pPr>
            <a:r>
              <a:rPr lang="en-IN"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Abstract</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469900" marR="0" lvl="0" indent="-419100" algn="l" rtl="0">
              <a:lnSpc>
                <a:spcPct val="100000"/>
              </a:lnSpc>
              <a:spcBef>
                <a:spcPts val="640"/>
              </a:spcBef>
              <a:spcAft>
                <a:spcPts val="0"/>
              </a:spcAft>
              <a:buClr>
                <a:srgbClr val="CC0000"/>
              </a:buClr>
              <a:buSzPts val="2400"/>
              <a:buFont typeface="Times New Roman" panose="02020603050405020304"/>
              <a:buChar char="□"/>
            </a:pPr>
            <a:r>
              <a:rPr lang="en-IN"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Introduction</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469900" marR="0" lvl="0" indent="-419100" algn="l" rtl="0">
              <a:lnSpc>
                <a:spcPct val="100000"/>
              </a:lnSpc>
              <a:spcBef>
                <a:spcPts val="640"/>
              </a:spcBef>
              <a:spcAft>
                <a:spcPts val="0"/>
              </a:spcAft>
              <a:buClr>
                <a:srgbClr val="CC0000"/>
              </a:buClr>
              <a:buSzPts val="2400"/>
              <a:buFont typeface="Times New Roman" panose="02020603050405020304"/>
              <a:buChar char="□"/>
            </a:pPr>
            <a:r>
              <a:rPr lang="en-IN"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Literature Survey</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469900" marR="0" lvl="0" indent="-444500" algn="l" rtl="0">
              <a:lnSpc>
                <a:spcPct val="100000"/>
              </a:lnSpc>
              <a:spcBef>
                <a:spcPts val="560"/>
              </a:spcBef>
              <a:spcAft>
                <a:spcPts val="0"/>
              </a:spcAft>
              <a:buClr>
                <a:srgbClr val="CC0000"/>
              </a:buClr>
              <a:buSzPts val="2400"/>
              <a:buFont typeface="Times New Roman" panose="02020603050405020304"/>
              <a:buChar char="□"/>
            </a:pPr>
            <a:r>
              <a:rPr lang="en-IN"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Problem Statement</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469900" marR="0" lvl="0" indent="-444500" algn="l" rtl="0">
              <a:lnSpc>
                <a:spcPct val="100000"/>
              </a:lnSpc>
              <a:spcBef>
                <a:spcPts val="560"/>
              </a:spcBef>
              <a:spcAft>
                <a:spcPts val="0"/>
              </a:spcAft>
              <a:buClr>
                <a:srgbClr val="CC0000"/>
              </a:buClr>
              <a:buSzPts val="2400"/>
              <a:buFont typeface="Times New Roman" panose="02020603050405020304"/>
              <a:buChar char="□"/>
            </a:pPr>
            <a:r>
              <a:rPr lang="en-IN"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Proposed work</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469900" marR="0" lvl="0" indent="-444500" algn="l" rtl="0">
              <a:lnSpc>
                <a:spcPct val="100000"/>
              </a:lnSpc>
              <a:spcBef>
                <a:spcPts val="560"/>
              </a:spcBef>
              <a:spcAft>
                <a:spcPts val="0"/>
              </a:spcAft>
              <a:buClr>
                <a:srgbClr val="CC0000"/>
              </a:buClr>
              <a:buSzPts val="2400"/>
              <a:buFont typeface="Times New Roman" panose="02020603050405020304"/>
              <a:buChar char="□"/>
            </a:pPr>
            <a:r>
              <a:rPr lang="en-IN"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System Architecture</a:t>
            </a:r>
            <a:endParaRPr lang="en-IN"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69900" marR="0" lvl="0" indent="-444500" algn="l" rtl="0">
              <a:lnSpc>
                <a:spcPct val="100000"/>
              </a:lnSpc>
              <a:spcBef>
                <a:spcPts val="560"/>
              </a:spcBef>
              <a:spcAft>
                <a:spcPts val="0"/>
              </a:spcAft>
              <a:buClr>
                <a:srgbClr val="CC0000"/>
              </a:buClr>
              <a:buSzPts val="2400"/>
              <a:buFont typeface="Times New Roman" panose="02020603050405020304"/>
              <a:buChar char="□"/>
            </a:pPr>
            <a:r>
              <a:rPr lang="en-IN"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Methodology</a:t>
            </a:r>
            <a:endParaRPr sz="2400" dirty="0">
              <a:latin typeface="Times New Roman" panose="02020603050405020304"/>
              <a:ea typeface="Times New Roman" panose="02020603050405020304"/>
              <a:cs typeface="Times New Roman" panose="02020603050405020304"/>
              <a:sym typeface="Times New Roman" panose="02020603050405020304"/>
            </a:endParaRPr>
          </a:p>
          <a:p>
            <a:pPr marL="469900" marR="0" lvl="0" indent="-444500" algn="l" rtl="0">
              <a:lnSpc>
                <a:spcPct val="100000"/>
              </a:lnSpc>
              <a:spcBef>
                <a:spcPts val="560"/>
              </a:spcBef>
              <a:spcAft>
                <a:spcPts val="0"/>
              </a:spcAft>
              <a:buClr>
                <a:srgbClr val="CC0000"/>
              </a:buClr>
              <a:buSzPts val="2400"/>
              <a:buFont typeface="Times New Roman" panose="02020603050405020304"/>
              <a:buChar char="□"/>
            </a:pPr>
            <a:r>
              <a:rPr lang="en-IN"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Results and Discussions</a:t>
            </a:r>
            <a:endParaRPr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69900" marR="0" lvl="0" indent="-444500" algn="l" rtl="0">
              <a:lnSpc>
                <a:spcPct val="100000"/>
              </a:lnSpc>
              <a:spcBef>
                <a:spcPts val="560"/>
              </a:spcBef>
              <a:spcAft>
                <a:spcPts val="0"/>
              </a:spcAft>
              <a:buClr>
                <a:srgbClr val="000000"/>
              </a:buClr>
              <a:buSzPts val="2400"/>
              <a:buFont typeface="Times New Roman" panose="02020603050405020304"/>
              <a:buChar char="□"/>
            </a:pPr>
            <a:r>
              <a:rPr lang="en-IN"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Conclusion</a:t>
            </a:r>
            <a:endParaRPr sz="24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469900" marR="0" lvl="0" indent="-444500" algn="l" rtl="0">
              <a:lnSpc>
                <a:spcPct val="100000"/>
              </a:lnSpc>
              <a:spcBef>
                <a:spcPts val="560"/>
              </a:spcBef>
              <a:spcAft>
                <a:spcPts val="0"/>
              </a:spcAft>
              <a:buClr>
                <a:srgbClr val="CC0000"/>
              </a:buClr>
              <a:buSzPts val="2400"/>
              <a:buFont typeface="Times New Roman" panose="02020603050405020304"/>
              <a:buChar char="□"/>
            </a:pPr>
            <a:r>
              <a:rPr lang="en-IN" sz="240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References </a:t>
            </a:r>
            <a:br>
              <a:rPr lang="en-IN" sz="240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br>
            <a:endParaRPr sz="240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3"/>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1"/>
              </a:buClr>
              <a:buFont typeface="Arial" panose="020B0604020202020204"/>
              <a:buNone/>
            </a:pPr>
            <a:r>
              <a:rPr lang="en-IN" sz="3200" b="1">
                <a:solidFill>
                  <a:srgbClr val="FF0000"/>
                </a:solidFill>
              </a:rPr>
              <a:t>Abstract</a:t>
            </a:r>
            <a:endParaRPr sz="2800"/>
          </a:p>
        </p:txBody>
      </p:sp>
      <p:sp>
        <p:nvSpPr>
          <p:cNvPr id="113" name="Google Shape;113;p3"/>
          <p:cNvSpPr txBox="1">
            <a:spLocks noGrp="1"/>
          </p:cNvSpPr>
          <p:nvPr>
            <p:ph type="body" idx="1"/>
          </p:nvPr>
        </p:nvSpPr>
        <p:spPr>
          <a:xfrm>
            <a:off x="755651" y="1752599"/>
            <a:ext cx="11111884" cy="4294239"/>
          </a:xfrm>
          <a:prstGeom prst="rect">
            <a:avLst/>
          </a:prstGeom>
          <a:noFill/>
          <a:ln>
            <a:noFill/>
          </a:ln>
        </p:spPr>
        <p:txBody>
          <a:bodyPr spcFirstLastPara="1" wrap="square" lIns="91425" tIns="45700" rIns="91425" bIns="45700" anchor="t" anchorCtr="0">
            <a:noAutofit/>
          </a:bodyPr>
          <a:lstStyle/>
          <a:p>
            <a:pPr marL="114300" indent="0">
              <a:buNone/>
            </a:pPr>
            <a:r>
              <a:rPr lang="en-IN" sz="2000" dirty="0" err="1"/>
              <a:t>StudyVerse</a:t>
            </a:r>
            <a:r>
              <a:rPr lang="en-IN" sz="2000" dirty="0"/>
              <a:t> AI is an intelligent, gamified learning platform designed to make education more interactive, engaging, and adaptive. It provides educational quizzes across five subjects: Mathematics, Science, English, Computer Science, and General Knowledge. The system evaluates student performance based on accuracy, recent answers, response time, and learning progress to adjust question difficulty using predefined rules. It incorporates classical Artificial Intelligence techniques, including heuristic evaluation, Minimax, and Alpha-Beta Pruning, to support performance assessment and decision-making in an optional AI Battle mode. Gamification features such as experience points (XP), levels, learning streaks, and achievement badges encourage consistent participation. A personalized dashboard enables students to monitor their progress and performance. </a:t>
            </a:r>
            <a:r>
              <a:rPr lang="en-IN" sz="2000" dirty="0" err="1"/>
              <a:t>StudyVerse</a:t>
            </a:r>
            <a:r>
              <a:rPr lang="en-IN" sz="2000" dirty="0"/>
              <a:t> AI combines adaptive learning, educational gaming, and classical AI algorithms to create an engaging learning environment without relying on trained machine learning models.</a:t>
            </a:r>
            <a:endParaRPr lang="en-IN" sz="2000" dirty="0"/>
          </a:p>
          <a:p>
            <a:pPr marL="114300" indent="0">
              <a:buNone/>
            </a:pPr>
            <a:endParaRPr lang="en-IN" sz="2000"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tile tx="0" ty="0" sx="100000" sy="100000" flip="none" algn="tl"/>
        </a:blipFill>
        <a:effectLst/>
      </p:bgPr>
    </p:bg>
    <p:spTree>
      <p:nvGrpSpPr>
        <p:cNvPr id="1" name="Shape 120"/>
        <p:cNvGrpSpPr/>
        <p:nvPr/>
      </p:nvGrpSpPr>
      <p:grpSpPr>
        <a:xfrm>
          <a:off x="0" y="0"/>
          <a:ext cx="0" cy="0"/>
          <a:chOff x="0" y="0"/>
          <a:chExt cx="0" cy="0"/>
        </a:xfrm>
      </p:grpSpPr>
      <p:sp>
        <p:nvSpPr>
          <p:cNvPr id="121" name="Google Shape;121;p4"/>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3200" b="1" dirty="0">
                <a:solidFill>
                  <a:srgbClr val="FF0000"/>
                </a:solidFill>
              </a:rPr>
              <a:t>Introduction</a:t>
            </a:r>
            <a:endParaRPr sz="2800" dirty="0"/>
          </a:p>
        </p:txBody>
      </p:sp>
      <p:sp>
        <p:nvSpPr>
          <p:cNvPr id="122" name="Google Shape;122;p4"/>
          <p:cNvSpPr txBox="1">
            <a:spLocks noGrp="1"/>
          </p:cNvSpPr>
          <p:nvPr>
            <p:ph type="body" idx="1"/>
          </p:nvPr>
        </p:nvSpPr>
        <p:spPr>
          <a:xfrm>
            <a:off x="755651" y="1752600"/>
            <a:ext cx="10678582" cy="4267200"/>
          </a:xfrm>
          <a:prstGeom prst="rect">
            <a:avLst/>
          </a:prstGeom>
          <a:noFill/>
          <a:ln>
            <a:noFill/>
          </a:ln>
        </p:spPr>
        <p:txBody>
          <a:bodyPr spcFirstLastPara="1" wrap="square" lIns="91425" tIns="45700" rIns="91425" bIns="45700" anchor="t" anchorCtr="0">
            <a:noAutofit/>
          </a:bodyPr>
          <a:lstStyle/>
          <a:p>
            <a:pPr marL="0" indent="0">
              <a:spcBef>
                <a:spcPts val="600"/>
              </a:spcBef>
              <a:buSzPts val="3000"/>
              <a:buNone/>
            </a:pPr>
            <a:r>
              <a:rPr lang="en-IN" sz="1800" b="1" dirty="0"/>
              <a:t>STUDYVERSE AI – AN INTELLIGENT GAMIFIED ADAPTIVE LEARNING PLATFORM</a:t>
            </a:r>
            <a:r>
              <a:rPr lang="en-IN" sz="1800" dirty="0"/>
              <a:t> is a web-based educational platform designed to improve the learning experience through interactive quizzes and personalized learning activities. Traditional learning methods may lack engagement, immediate performance feedback, and the ability to adapt to individual student progress. The proposed system provides quizzes across five subjects: Mathematics, Science, English, Computer Science, and General Knowledge, with multiple difficulty levels. A rule-based adaptive mechanism evaluates students’ recent answers and adjusts question difficulty accordingly. Gamification features such as experience points (XP), levels, learning streaks, and achievement badges motivate students to participate consistently. A personalized dashboard enables students to monitor their progress and quiz performance. Classical Artificial Intelligence techniques, including heuristic evaluation, Minimax, and Alpha-Beta Pruning, support performance assessment and the optional AI Battle mode. This system aims to make learning more engaging, encourage continuous practice, and provide a personalized educational experience.</a:t>
            </a:r>
            <a:endParaRPr lang="en-IN" sz="1800" dirty="0"/>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tile tx="0" ty="0" sx="100000" sy="100000" flip="none" algn="tl"/>
        </a:blipFill>
        <a:effectLst/>
      </p:bgPr>
    </p:bg>
    <p:spTree>
      <p:nvGrpSpPr>
        <p:cNvPr id="1" name="Shape 129"/>
        <p:cNvGrpSpPr/>
        <p:nvPr/>
      </p:nvGrpSpPr>
      <p:grpSpPr>
        <a:xfrm>
          <a:off x="0" y="0"/>
          <a:ext cx="0" cy="0"/>
          <a:chOff x="0" y="0"/>
          <a:chExt cx="0" cy="0"/>
        </a:xfrm>
      </p:grpSpPr>
      <p:sp>
        <p:nvSpPr>
          <p:cNvPr id="130" name="Google Shape;130;p5"/>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1"/>
              </a:buClr>
              <a:buFont typeface="Arial" panose="020B0604020202020204"/>
              <a:buNone/>
            </a:pPr>
            <a:r>
              <a:rPr lang="en-IN" sz="2800" b="1" dirty="0">
                <a:solidFill>
                  <a:srgbClr val="FF0000"/>
                </a:solidFill>
              </a:rPr>
              <a:t>Literature Survey</a:t>
            </a:r>
            <a:endParaRPr sz="2800" dirty="0"/>
          </a:p>
        </p:txBody>
      </p:sp>
      <p:sp>
        <p:nvSpPr>
          <p:cNvPr id="131" name="Google Shape;131;p5"/>
          <p:cNvSpPr txBox="1">
            <a:spLocks noGrp="1"/>
          </p:cNvSpPr>
          <p:nvPr>
            <p:ph type="body" idx="1"/>
          </p:nvPr>
        </p:nvSpPr>
        <p:spPr>
          <a:xfrm>
            <a:off x="755650" y="1752600"/>
            <a:ext cx="11288865" cy="4267200"/>
          </a:xfrm>
          <a:prstGeom prst="rect">
            <a:avLst/>
          </a:prstGeom>
          <a:noFill/>
          <a:ln>
            <a:noFill/>
          </a:ln>
        </p:spPr>
        <p:txBody>
          <a:bodyPr spcFirstLastPara="1" wrap="square" lIns="91425" tIns="45700" rIns="91425" bIns="45700" anchor="t" anchorCtr="0">
            <a:noAutofit/>
          </a:bodyPr>
          <a:lstStyle/>
          <a:p>
            <a:r>
              <a:rPr lang="en-IN" sz="2000" b="1" dirty="0"/>
              <a:t>Traditional Learning Systems:</a:t>
            </a:r>
            <a:r>
              <a:rPr lang="en-IN" sz="2000" dirty="0"/>
              <a:t> Primarily rely on fixed learning materials and assessments, which may not adapt to individual student performance.</a:t>
            </a:r>
            <a:endParaRPr lang="en-IN" sz="2000" dirty="0"/>
          </a:p>
          <a:p>
            <a:r>
              <a:rPr lang="en-IN" sz="2000" b="1" dirty="0"/>
              <a:t>Digital Learning Platforms:</a:t>
            </a:r>
            <a:r>
              <a:rPr lang="en-IN" sz="2000" dirty="0"/>
              <a:t> Provide online educational content and quizzes but may offer limited personalization and gamified learning experiences.</a:t>
            </a:r>
            <a:endParaRPr lang="en-IN" sz="2000" dirty="0"/>
          </a:p>
          <a:p>
            <a:r>
              <a:rPr lang="en-IN" sz="2000" b="1" dirty="0"/>
              <a:t>Gamified Learning Systems:</a:t>
            </a:r>
            <a:r>
              <a:rPr lang="en-IN" sz="2000" dirty="0"/>
              <a:t> Use points, levels, badges, and rewards to improve student engagement and encourage consistent learning.</a:t>
            </a:r>
            <a:endParaRPr lang="en-IN" sz="2000" dirty="0"/>
          </a:p>
          <a:p>
            <a:r>
              <a:rPr lang="en-IN" sz="2000" b="1" dirty="0"/>
              <a:t>Adaptive Learning Systems:</a:t>
            </a:r>
            <a:r>
              <a:rPr lang="en-IN" sz="2000" dirty="0"/>
              <a:t> Adjust question difficulty based on student performance using predefined rules and evaluation techniques.</a:t>
            </a:r>
            <a:endParaRPr lang="en-IN" sz="2000" dirty="0"/>
          </a:p>
          <a:p>
            <a:r>
              <a:rPr lang="en-IN" sz="2000" b="1" dirty="0"/>
              <a:t>AI-Based Learning Systems:</a:t>
            </a:r>
            <a:r>
              <a:rPr lang="en-IN" sz="2000" dirty="0"/>
              <a:t> Apply heuristic evaluation and decision-making algorithms to assess performance and support interactive learning activities.</a:t>
            </a:r>
            <a:endParaRPr lang="en-IN" sz="2000" dirty="0"/>
          </a:p>
          <a:p>
            <a:r>
              <a:rPr lang="en-IN" sz="2000" b="1" dirty="0"/>
              <a:t>Research Gap:</a:t>
            </a:r>
            <a:r>
              <a:rPr lang="en-IN" sz="2000" dirty="0"/>
              <a:t> An integrated educational platform combining rule-based adaptive difficulty, gamification, personalized progress tracking, and classical AI algorithms is needed to provide a more engaging and personalized learning experience.</a:t>
            </a:r>
            <a:endParaRPr lang="en-IN" sz="2000" dirty="0"/>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tile tx="0" ty="0" sx="100000" sy="100000" flip="none" algn="tl"/>
        </a:blipFill>
        <a:effectLst/>
      </p:bgPr>
    </p:bg>
    <p:spTree>
      <p:nvGrpSpPr>
        <p:cNvPr id="1" name="Shape 138"/>
        <p:cNvGrpSpPr/>
        <p:nvPr/>
      </p:nvGrpSpPr>
      <p:grpSpPr>
        <a:xfrm>
          <a:off x="0" y="0"/>
          <a:ext cx="0" cy="0"/>
          <a:chOff x="0" y="0"/>
          <a:chExt cx="0" cy="0"/>
        </a:xfrm>
      </p:grpSpPr>
      <p:sp>
        <p:nvSpPr>
          <p:cNvPr id="139" name="Google Shape;139;p6"/>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Clr>
                <a:schemeClr val="dk1"/>
              </a:buClr>
              <a:buFont typeface="Arial" panose="020B0604020202020204"/>
              <a:buNone/>
            </a:pPr>
            <a:r>
              <a:rPr lang="en-IN" sz="2800" b="1">
                <a:solidFill>
                  <a:srgbClr val="FF0000"/>
                </a:solidFill>
              </a:rPr>
              <a:t>Problem Statement</a:t>
            </a:r>
            <a:endParaRPr sz="2800"/>
          </a:p>
        </p:txBody>
      </p:sp>
      <p:sp>
        <p:nvSpPr>
          <p:cNvPr id="140" name="Google Shape;140;p6"/>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marL="114300" indent="0">
              <a:buNone/>
            </a:pPr>
            <a:r>
              <a:rPr lang="en-IN" sz="2000" dirty="0"/>
              <a:t>Traditional learning methods often face challenges such as limited personalization, lack of student engagement, and difficulty adapting to individual learning progress. Students may find it difficult to identify their strengths and weaknesses due to limited performance feedback and fixed question difficulty levels. Conventional quiz systems may also lack interactive features that encourage consistent learning and practice. Therefore, there is a need for an intelligent and engaging learning platform that evaluates student performance, adjusts question difficulty, and tracks learning progress. </a:t>
            </a:r>
            <a:r>
              <a:rPr lang="en-IN" sz="2000" b="1" dirty="0" err="1"/>
              <a:t>StudyVerse</a:t>
            </a:r>
            <a:r>
              <a:rPr lang="en-IN" sz="2000" b="1" dirty="0"/>
              <a:t> AI – An Intelligent Gamified Adaptive Learning Platform</a:t>
            </a:r>
            <a:r>
              <a:rPr lang="en-IN" sz="2000" dirty="0"/>
              <a:t> aims to address these challenges by combining rule-based adaptive learning, interactive quizzes, gamification features, and classical Artificial Intelligence techniques to improve student engagement and provide a more personalized learning experience.</a:t>
            </a:r>
            <a:endParaRPr lang="en-IN" sz="2000" dirty="0"/>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fld>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7"/>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2800" b="1">
                <a:solidFill>
                  <a:srgbClr val="FF0000"/>
                </a:solidFill>
              </a:rPr>
              <a:t>Proposed Work</a:t>
            </a:r>
            <a:endParaRPr lang="en-IN" sz="2800" b="1">
              <a:solidFill>
                <a:srgbClr val="FF0000"/>
              </a:solidFill>
            </a:endParaRPr>
          </a:p>
        </p:txBody>
      </p:sp>
      <p:sp>
        <p:nvSpPr>
          <p:cNvPr id="149" name="Google Shape;149;p7"/>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r>
              <a:rPr lang="en-IN" sz="2000" dirty="0"/>
              <a:t>Develop a web-based adaptive learning platform.</a:t>
            </a:r>
            <a:endParaRPr lang="en-IN" sz="2000" dirty="0"/>
          </a:p>
          <a:p>
            <a:r>
              <a:rPr lang="en-IN" sz="2000" dirty="0"/>
              <a:t>Provide secure student and admin login.</a:t>
            </a:r>
            <a:endParaRPr lang="en-IN" sz="2000" dirty="0"/>
          </a:p>
          <a:p>
            <a:r>
              <a:rPr lang="en-IN" sz="2000" dirty="0"/>
              <a:t>Offer quizzes across five subjects with multiple difficulty levels.</a:t>
            </a:r>
            <a:endParaRPr lang="en-IN" sz="2000" dirty="0"/>
          </a:p>
          <a:p>
            <a:r>
              <a:rPr lang="en-IN" sz="2000" dirty="0"/>
              <a:t>Adjust difficulty using rule-based adaptation.</a:t>
            </a:r>
            <a:endParaRPr lang="en-IN" sz="2000" dirty="0"/>
          </a:p>
          <a:p>
            <a:r>
              <a:rPr lang="en-IN" sz="2000" dirty="0"/>
              <a:t>Include XP, levels, streaks, and badges.</a:t>
            </a:r>
            <a:endParaRPr lang="en-IN" sz="2000" dirty="0"/>
          </a:p>
          <a:p>
            <a:r>
              <a:rPr lang="en-IN" sz="2000" dirty="0"/>
              <a:t>Track student performance through a personalized dashboard.</a:t>
            </a:r>
            <a:endParaRPr lang="en-IN" sz="2000" dirty="0"/>
          </a:p>
          <a:p>
            <a:r>
              <a:rPr lang="en-IN" sz="2000" dirty="0"/>
              <a:t>Integrate heuristic evaluation and AI Battle algorithms.</a:t>
            </a:r>
            <a:endParaRPr lang="en-IN" sz="2000" dirty="0"/>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fld>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8"/>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2800" b="1" dirty="0">
                <a:solidFill>
                  <a:srgbClr val="FF0000"/>
                </a:solidFill>
              </a:rPr>
              <a:t>System Architecture</a:t>
            </a:r>
            <a:endParaRPr sz="2800" dirty="0"/>
          </a:p>
        </p:txBody>
      </p:sp>
      <p:sp>
        <p:nvSpPr>
          <p:cNvPr id="158" name="Google Shape;158;p8"/>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C0000"/>
              </a:buClr>
              <a:buSzPts val="3200"/>
              <a:buNone/>
            </a:pPr>
            <a:endParaRPr sz="3200" b="0" i="0" u="none" strike="noStrike" cap="none" dirty="0">
              <a:solidFill>
                <a:srgbClr val="000000"/>
              </a:solidFill>
              <a:latin typeface="Verdana" panose="020B0604030504040204"/>
              <a:ea typeface="Verdana" panose="020B0604030504040204"/>
              <a:cs typeface="Verdana" panose="020B0604030504040204"/>
              <a:sym typeface="Verdana" panose="020B0604030504040204"/>
            </a:endParaRPr>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fld>
            <a:endParaRPr lang="en-IN"/>
          </a:p>
        </p:txBody>
      </p:sp>
      <p:pic>
        <p:nvPicPr>
          <p:cNvPr id="5" name="Picture 4"/>
          <p:cNvPicPr>
            <a:picLocks noChangeAspect="1"/>
          </p:cNvPicPr>
          <p:nvPr/>
        </p:nvPicPr>
        <p:blipFill>
          <a:blip r:embed="rId1"/>
          <a:stretch>
            <a:fillRect/>
          </a:stretch>
        </p:blipFill>
        <p:spPr>
          <a:xfrm>
            <a:off x="1784742" y="1687830"/>
            <a:ext cx="8609818" cy="43967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8"/>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2800" b="1">
                <a:solidFill>
                  <a:srgbClr val="FF0000"/>
                </a:solidFill>
              </a:rPr>
              <a:t>Methodology</a:t>
            </a:r>
            <a:endParaRPr sz="2800"/>
          </a:p>
        </p:txBody>
      </p:sp>
      <p:sp>
        <p:nvSpPr>
          <p:cNvPr id="158" name="Google Shape;158;p8"/>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r>
              <a:rPr lang="en-IN" sz="2000" b="1" dirty="0"/>
              <a:t>User Authentication:</a:t>
            </a:r>
            <a:r>
              <a:rPr lang="en-IN" sz="2000" dirty="0"/>
              <a:t> Students register and log in securely.</a:t>
            </a:r>
            <a:endParaRPr lang="en-IN" sz="2000" dirty="0"/>
          </a:p>
          <a:p>
            <a:r>
              <a:rPr lang="en-IN" sz="2000" b="1" dirty="0"/>
              <a:t>Subject Selection:</a:t>
            </a:r>
            <a:r>
              <a:rPr lang="en-IN" sz="2000" dirty="0"/>
              <a:t> Students choose a subject and difficulty level.</a:t>
            </a:r>
            <a:endParaRPr lang="en-IN" sz="2000" dirty="0"/>
          </a:p>
          <a:p>
            <a:r>
              <a:rPr lang="en-IN" sz="2000" b="1" dirty="0"/>
              <a:t>Quiz Execution:</a:t>
            </a:r>
            <a:r>
              <a:rPr lang="en-IN" sz="2000" dirty="0"/>
              <a:t> The system presents interactive questions with a timer.</a:t>
            </a:r>
            <a:endParaRPr lang="en-IN" sz="2000" dirty="0"/>
          </a:p>
          <a:p>
            <a:r>
              <a:rPr lang="en-IN" sz="2000" b="1" dirty="0"/>
              <a:t>Adaptive Difficulty:</a:t>
            </a:r>
            <a:r>
              <a:rPr lang="en-IN" sz="2000" dirty="0"/>
              <a:t> Difficulty adjusts based on consecutive correct or incorrect answers.</a:t>
            </a:r>
            <a:endParaRPr lang="en-IN" sz="2000" dirty="0"/>
          </a:p>
          <a:p>
            <a:r>
              <a:rPr lang="en-IN" sz="2000" b="1" dirty="0"/>
              <a:t>Performance Evaluation:</a:t>
            </a:r>
            <a:r>
              <a:rPr lang="en-IN" sz="2000" dirty="0"/>
              <a:t> Heuristic evaluation considers accuracy, recent performance, and response time.</a:t>
            </a:r>
            <a:endParaRPr lang="en-IN" sz="2000" dirty="0"/>
          </a:p>
          <a:p>
            <a:r>
              <a:rPr lang="en-IN" sz="2000" b="1" dirty="0"/>
              <a:t>Gamification:</a:t>
            </a:r>
            <a:r>
              <a:rPr lang="en-IN" sz="2000" dirty="0"/>
              <a:t> XP, levels, streaks, and badges motivate students.</a:t>
            </a:r>
            <a:endParaRPr lang="en-IN" sz="2000" dirty="0"/>
          </a:p>
          <a:p>
            <a:r>
              <a:rPr lang="en-IN" sz="2000" b="1" dirty="0"/>
              <a:t>Progress Tracking:</a:t>
            </a:r>
            <a:r>
              <a:rPr lang="en-IN" sz="2000" dirty="0"/>
              <a:t> The dashboard displays scores, accuracy, and learning progress.</a:t>
            </a:r>
            <a:endParaRPr lang="en-IN" sz="2000" dirty="0"/>
          </a:p>
          <a:p>
            <a:r>
              <a:rPr lang="en-IN" sz="2000" b="1" dirty="0"/>
              <a:t>AI Battle:</a:t>
            </a:r>
            <a:r>
              <a:rPr lang="en-IN" sz="2000" dirty="0"/>
              <a:t> Minimax and Alpha-Beta Pruning support the optional AI Battle mode.</a:t>
            </a:r>
            <a:endParaRPr lang="en-IN" sz="2000" dirty="0"/>
          </a:p>
          <a:p>
            <a:pPr marL="0" lvl="0" indent="0" algn="l" rtl="0">
              <a:spcBef>
                <a:spcPts val="600"/>
              </a:spcBef>
              <a:spcAft>
                <a:spcPts val="0"/>
              </a:spcAft>
              <a:buSzPts val="3000"/>
              <a:buNone/>
            </a:pPr>
            <a:endParaRPr dirty="0"/>
          </a:p>
        </p:txBody>
      </p:sp>
      <p:sp>
        <p:nvSpPr>
          <p:cNvPr id="160" name="Google Shape;160;p8"/>
          <p:cNvSpPr txBox="1">
            <a:spLocks noGrp="1"/>
          </p:cNvSpPr>
          <p:nvPr>
            <p:ph type="ftr" idx="11"/>
          </p:nvPr>
        </p:nvSpPr>
        <p:spPr>
          <a:xfrm>
            <a:off x="4165600" y="6245225"/>
            <a:ext cx="3860800" cy="47625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200"/>
              <a:buFont typeface="Verdana" panose="020B0604030504040204"/>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fld>
            <a:endParaRPr lang="en-IN"/>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9"/>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2800" b="1">
                <a:solidFill>
                  <a:srgbClr val="FF0000"/>
                </a:solidFill>
              </a:rPr>
              <a:t>Results and Discussions</a:t>
            </a:r>
            <a:endParaRPr sz="2800"/>
          </a:p>
        </p:txBody>
      </p:sp>
      <p:sp>
        <p:nvSpPr>
          <p:cNvPr id="167" name="Google Shape;167;p9"/>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r>
              <a:rPr lang="en-IN" sz="2000" b="1" dirty="0"/>
              <a:t>Interactive Learning:</a:t>
            </a:r>
            <a:r>
              <a:rPr lang="en-IN" sz="2000" dirty="0"/>
              <a:t> Provides quizzes across five subjects.</a:t>
            </a:r>
            <a:endParaRPr lang="en-IN" sz="2000" dirty="0"/>
          </a:p>
          <a:p>
            <a:r>
              <a:rPr lang="en-IN" sz="2000" b="1" dirty="0"/>
              <a:t>Adaptive Difficulty:</a:t>
            </a:r>
            <a:r>
              <a:rPr lang="en-IN" sz="2000" dirty="0"/>
              <a:t> Adjusts question difficulty based on student performance.</a:t>
            </a:r>
            <a:endParaRPr lang="en-IN" sz="2000" dirty="0"/>
          </a:p>
          <a:p>
            <a:r>
              <a:rPr lang="en-IN" sz="2000" b="1" dirty="0"/>
              <a:t>Performance Monitoring:</a:t>
            </a:r>
            <a:r>
              <a:rPr lang="en-IN" sz="2000" dirty="0"/>
              <a:t> Tracks scores, accuracy, and quiz completion.</a:t>
            </a:r>
            <a:endParaRPr lang="en-IN" sz="2000" dirty="0"/>
          </a:p>
          <a:p>
            <a:r>
              <a:rPr lang="en-IN" sz="2000" b="1" dirty="0"/>
              <a:t>Gamified Experience:</a:t>
            </a:r>
            <a:r>
              <a:rPr lang="en-IN" sz="2000" dirty="0"/>
              <a:t> Rewards students with XP, levels, streaks, and badges.</a:t>
            </a:r>
            <a:endParaRPr lang="en-IN" sz="2000" dirty="0"/>
          </a:p>
          <a:p>
            <a:r>
              <a:rPr lang="en-IN" sz="2000" b="1" dirty="0"/>
              <a:t>AI-Based Evaluation:</a:t>
            </a:r>
            <a:r>
              <a:rPr lang="en-IN" sz="2000" dirty="0"/>
              <a:t> Uses heuristic evaluation and optional AI Battle algorithms.</a:t>
            </a:r>
            <a:endParaRPr lang="en-IN" sz="2000" dirty="0"/>
          </a:p>
          <a:p>
            <a:r>
              <a:rPr lang="en-IN" sz="2000" b="1" dirty="0"/>
              <a:t>Personalized Dashboard:</a:t>
            </a:r>
            <a:r>
              <a:rPr lang="en-IN" sz="2000" dirty="0"/>
              <a:t> Enables students to monitor their learning progress.</a:t>
            </a:r>
            <a:endParaRPr lang="en-IN" sz="2000" dirty="0"/>
          </a:p>
          <a:p>
            <a:r>
              <a:rPr lang="en-IN" sz="2000" b="1" dirty="0"/>
              <a:t>Expected Outcome:</a:t>
            </a:r>
            <a:r>
              <a:rPr lang="en-IN" sz="2000" dirty="0"/>
              <a:t> Improved student engagement, consistent practice, and a more personalized learning experience.</a:t>
            </a:r>
            <a:endParaRPr lang="en-IN" sz="2000" dirty="0"/>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fld>
            <a:endParaRPr lang="en-I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0"/>
          <p:cNvSpPr txBox="1">
            <a:spLocks noGrp="1"/>
          </p:cNvSpPr>
          <p:nvPr>
            <p:ph type="title"/>
          </p:nvPr>
        </p:nvSpPr>
        <p:spPr>
          <a:xfrm>
            <a:off x="766233" y="304801"/>
            <a:ext cx="10668000" cy="1216025"/>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2800" b="1">
                <a:solidFill>
                  <a:srgbClr val="FF0000"/>
                </a:solidFill>
              </a:rPr>
              <a:t>Conclusion</a:t>
            </a:r>
            <a:endParaRPr sz="2800"/>
          </a:p>
        </p:txBody>
      </p:sp>
      <p:sp>
        <p:nvSpPr>
          <p:cNvPr id="176" name="Google Shape;176;p10"/>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marL="114300" indent="0">
              <a:buNone/>
            </a:pPr>
            <a:r>
              <a:rPr lang="en-IN" sz="2000" dirty="0" err="1"/>
              <a:t>StudyVerse</a:t>
            </a:r>
            <a:r>
              <a:rPr lang="en-IN" sz="2000" dirty="0"/>
              <a:t> AI provides an engaging approach to learning by integrating interactive quizzes, rule-based adaptive difficulty, gamification, and performance tracking. By incorporating classical AI techniques and a personalized dashboard, the system aims to improve student engagement, encourage consistent practice, and support personalized learning. It helps students monitor their progress and learn at a suitable difficulty level. Future enhancements may include more advanced personalization, expanded question banks, and additional AI-powered learning features.</a:t>
            </a:r>
            <a:endParaRPr lang="en-IN" sz="2000" dirty="0"/>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fld>
            <a:endParaRPr lang="en-I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2ce16ed41b5_0_0"/>
          <p:cNvSpPr txBox="1">
            <a:spLocks noGrp="1"/>
          </p:cNvSpPr>
          <p:nvPr>
            <p:ph type="title"/>
          </p:nvPr>
        </p:nvSpPr>
        <p:spPr>
          <a:xfrm>
            <a:off x="766233" y="304801"/>
            <a:ext cx="10668000" cy="12159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IN" sz="2800" b="1">
                <a:solidFill>
                  <a:srgbClr val="FF0000"/>
                </a:solidFill>
              </a:rPr>
              <a:t>References</a:t>
            </a:r>
            <a:endParaRPr sz="2800"/>
          </a:p>
        </p:txBody>
      </p:sp>
      <p:sp>
        <p:nvSpPr>
          <p:cNvPr id="185" name="Google Shape;185;g2ce16ed41b5_0_0"/>
          <p:cNvSpPr txBox="1">
            <a:spLocks noGrp="1"/>
          </p:cNvSpPr>
          <p:nvPr>
            <p:ph type="body" idx="1"/>
          </p:nvPr>
        </p:nvSpPr>
        <p:spPr>
          <a:xfrm>
            <a:off x="755651" y="1752600"/>
            <a:ext cx="10668000" cy="4267200"/>
          </a:xfrm>
          <a:prstGeom prst="rect">
            <a:avLst/>
          </a:prstGeom>
          <a:noFill/>
          <a:ln>
            <a:noFill/>
          </a:ln>
        </p:spPr>
        <p:txBody>
          <a:bodyPr spcFirstLastPara="1" wrap="square" lIns="91425" tIns="45700" rIns="91425" bIns="45700" anchor="t" anchorCtr="0">
            <a:noAutofit/>
          </a:bodyPr>
          <a:lstStyle/>
          <a:p>
            <a:pPr lvl="0"/>
            <a:r>
              <a:rPr lang="en-IN" sz="2000" dirty="0"/>
              <a:t>Russell, S. and Norvig, P., </a:t>
            </a:r>
            <a:r>
              <a:rPr lang="en-IN" sz="2000" i="1" dirty="0"/>
              <a:t>Artificial Intelligence: A Modern Approach</a:t>
            </a:r>
            <a:r>
              <a:rPr lang="en-IN" sz="2000" dirty="0"/>
              <a:t>, 4th Edition, Pearson, 2021.</a:t>
            </a:r>
            <a:endParaRPr lang="en-IN" sz="2000" dirty="0"/>
          </a:p>
          <a:p>
            <a:pPr lvl="0"/>
            <a:r>
              <a:rPr lang="en-IN" sz="2000" dirty="0"/>
              <a:t>Erlang, A. K., “The Theory of Probabilities and Telephone Conversations,” </a:t>
            </a:r>
            <a:r>
              <a:rPr lang="en-IN" sz="2000" i="1" dirty="0" err="1"/>
              <a:t>Nyt</a:t>
            </a:r>
            <a:r>
              <a:rPr lang="en-IN" sz="2000" i="1" dirty="0"/>
              <a:t> </a:t>
            </a:r>
            <a:r>
              <a:rPr lang="en-IN" sz="2000" i="1" dirty="0" err="1"/>
              <a:t>Tidsskrift</a:t>
            </a:r>
            <a:r>
              <a:rPr lang="en-IN" sz="2000" i="1" dirty="0"/>
              <a:t> for </a:t>
            </a:r>
            <a:r>
              <a:rPr lang="en-IN" sz="2000" i="1" dirty="0" err="1"/>
              <a:t>Matematik</a:t>
            </a:r>
            <a:r>
              <a:rPr lang="en-IN" sz="2000" i="1" dirty="0"/>
              <a:t> B</a:t>
            </a:r>
            <a:r>
              <a:rPr lang="en-IN" sz="2000" dirty="0"/>
              <a:t>, 1909.</a:t>
            </a:r>
            <a:endParaRPr lang="en-IN" sz="2000" dirty="0"/>
          </a:p>
          <a:p>
            <a:pPr lvl="0"/>
            <a:r>
              <a:rPr lang="en-IN" sz="2000" dirty="0"/>
              <a:t>React Documentation: </a:t>
            </a:r>
            <a:r>
              <a:rPr lang="en-IN" sz="2000" dirty="0">
                <a:hlinkClick r:id="rId1"/>
              </a:rPr>
              <a:t>https://react.dev/</a:t>
            </a:r>
            <a:endParaRPr lang="en-IN" sz="2000" dirty="0"/>
          </a:p>
          <a:p>
            <a:pPr lvl="0"/>
            <a:r>
              <a:rPr lang="en-IN" sz="2000" dirty="0"/>
              <a:t>Node.js Documentation: </a:t>
            </a:r>
            <a:r>
              <a:rPr lang="en-IN" sz="2000" dirty="0">
                <a:hlinkClick r:id="rId2"/>
              </a:rPr>
              <a:t>https://nodejs.org/docs/</a:t>
            </a:r>
            <a:endParaRPr lang="en-IN" sz="2000" dirty="0"/>
          </a:p>
          <a:p>
            <a:pPr lvl="0"/>
            <a:r>
              <a:rPr lang="en-IN" sz="2000" dirty="0"/>
              <a:t>MongoDB Documentation: </a:t>
            </a:r>
            <a:r>
              <a:rPr lang="en-IN" sz="2000" dirty="0">
                <a:hlinkClick r:id="rId3"/>
              </a:rPr>
              <a:t>https://www.mongodb.com/docs/</a:t>
            </a:r>
            <a:endParaRPr lang="en-IN" sz="2000" dirty="0"/>
          </a:p>
          <a:p>
            <a:pPr lvl="0"/>
            <a:r>
              <a:rPr lang="en-IN" sz="2000" dirty="0"/>
              <a:t>Research articles on AI-based queue management and customer service optimization.</a:t>
            </a:r>
            <a:endParaRPr lang="en-IN" sz="2000" dirty="0"/>
          </a:p>
          <a:p>
            <a:pPr marL="0" lvl="0" indent="0" algn="l" rtl="0">
              <a:spcBef>
                <a:spcPts val="600"/>
              </a:spcBef>
              <a:spcAft>
                <a:spcPts val="0"/>
              </a:spcAft>
              <a:buSzPts val="3000"/>
              <a:buNone/>
            </a:pPr>
            <a:endParaRPr dirty="0"/>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fld>
            <a:endParaRPr lang="en-IN"/>
          </a:p>
        </p:txBody>
      </p:sp>
    </p:spTree>
  </p:cSld>
  <p:clrMapOvr>
    <a:masterClrMapping/>
  </p:clrMapOvr>
</p:sld>
</file>

<file path=ppt/theme/theme1.xml><?xml version="1.0" encoding="utf-8"?>
<a:theme xmlns:a="http://schemas.openxmlformats.org/drawingml/2006/main" name="Profile">
  <a:themeElements>
    <a:clrScheme name="Red Violet">
      <a:dk1>
        <a:srgbClr val="000000"/>
      </a:dk1>
      <a:lt1>
        <a:srgbClr val="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6B9F25"/>
      </a:hlink>
      <a:folHlink>
        <a:srgbClr val="8C8C8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7195</Words>
  <Application>WPS Presentation</Application>
  <PresentationFormat>Widescreen</PresentationFormat>
  <Paragraphs>128</Paragraphs>
  <Slides>12</Slides>
  <Notes>12</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12</vt:i4>
      </vt:variant>
    </vt:vector>
  </HeadingPairs>
  <TitlesOfParts>
    <vt:vector size="26" baseType="lpstr">
      <vt:lpstr>Arial</vt:lpstr>
      <vt:lpstr>SimSun</vt:lpstr>
      <vt:lpstr>Wingdings</vt:lpstr>
      <vt:lpstr>Arial</vt:lpstr>
      <vt:lpstr>Verdana</vt:lpstr>
      <vt:lpstr>Noto Sans Symbols</vt:lpstr>
      <vt:lpstr>Segoe Print</vt:lpstr>
      <vt:lpstr>Calibri</vt:lpstr>
      <vt:lpstr>Verdana</vt:lpstr>
      <vt:lpstr>Rockwell</vt:lpstr>
      <vt:lpstr>Times New Roman</vt:lpstr>
      <vt:lpstr>Microsoft YaHei</vt:lpstr>
      <vt:lpstr>Arial Unicode MS</vt:lpstr>
      <vt:lpstr>Profile</vt:lpstr>
      <vt:lpstr>PowerPoint 演示文稿</vt:lpstr>
      <vt:lpstr>List of Content</vt:lpstr>
      <vt:lpstr>Abstract</vt:lpstr>
      <vt:lpstr>Introduction</vt:lpstr>
      <vt:lpstr>Literature Survey</vt:lpstr>
      <vt:lpstr>Problem Statement</vt:lpstr>
      <vt:lpstr>Proposed Work</vt:lpstr>
      <vt:lpstr>System Architecture</vt:lpstr>
      <vt:lpstr>Methodology</vt:lpstr>
      <vt:lpstr>Results and Discussions</vt:lpstr>
      <vt:lpstr>Conclusion</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DURAIMURUGAN N</dc:creator>
  <cp:lastModifiedBy>bhara</cp:lastModifiedBy>
  <cp:revision>10</cp:revision>
  <dcterms:created xsi:type="dcterms:W3CDTF">2024-04-19T11:43:00Z</dcterms:created>
  <dcterms:modified xsi:type="dcterms:W3CDTF">2026-10-13T06:46:03Z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E52048AE16A24C398A6909A0AC01211B_12</vt:lpwstr>
  </property>
  <property fmtid="{D5CDD505-2E9C-101B-9397-08002B2CF9AE}" pid="3" name="KSOProductBuildVer">
    <vt:lpwstr>1033-12.1.0.28485</vt:lpwstr>
  </property>
</Properties>
</file>